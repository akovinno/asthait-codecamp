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</p:sldMasterIdLst>
  <p:notesMasterIdLst>
    <p:notesMasterId r:id="rId15"/>
  </p:notesMasterIdLst>
  <p:sldIdLst>
    <p:sldId id="256" r:id="rId2"/>
    <p:sldId id="261" r:id="rId3"/>
    <p:sldId id="257" r:id="rId4"/>
    <p:sldId id="266" r:id="rId5"/>
    <p:sldId id="270" r:id="rId6"/>
    <p:sldId id="312" r:id="rId7"/>
    <p:sldId id="263" r:id="rId8"/>
    <p:sldId id="292" r:id="rId9"/>
    <p:sldId id="258" r:id="rId10"/>
    <p:sldId id="288" r:id="rId11"/>
    <p:sldId id="271" r:id="rId12"/>
    <p:sldId id="272" r:id="rId13"/>
    <p:sldId id="313" r:id="rId14"/>
  </p:sldIdLst>
  <p:sldSz cx="9144000" cy="5143500" type="screen16x9"/>
  <p:notesSz cx="6858000" cy="9144000"/>
  <p:embeddedFontLst>
    <p:embeddedFont>
      <p:font typeface="Commissioner" panose="020B0604020202020204" charset="0"/>
      <p:regular r:id="rId16"/>
      <p:bold r:id="rId17"/>
    </p:embeddedFont>
    <p:embeddedFont>
      <p:font typeface="Golos Text" panose="020B0604020202020204" charset="0"/>
      <p:regular r:id="rId18"/>
      <p:bold r:id="rId19"/>
    </p:embeddedFont>
    <p:embeddedFont>
      <p:font typeface="Golos Text SemiBold" panose="020B0604020202020204" charset="0"/>
      <p:regular r:id="rId20"/>
      <p:bold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366198B-2AC6-4C8D-B240-BBCC06C5F0EA}">
  <a:tblStyle styleId="{8366198B-2AC6-4C8D-B240-BBCC06C5F0E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3" d="100"/>
          <a:sy n="123" d="100"/>
        </p:scale>
        <p:origin x="29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747bfd1ede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2747bfd1ede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13b627a129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13b627a129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131d68b759a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131d68b759a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11d0e38a952_0_3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11d0e38a952_0_3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23167f2aa41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23167f2aa41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23167f2aa41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23167f2aa41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1378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13e1fc50fc5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13e1fc50fc5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6" name="Google Shape;5206;g131ff7c0f5b_0_2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7" name="Google Shape;5207;g131ff7c0f5b_0_2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747bfd1ede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2747bfd1ede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8" name="Google Shape;4778;g11d2026ec69_0_6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9" name="Google Shape;4779;g11d2026ec69_0_6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131ff7c0f5b_0_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131ff7c0f5b_0_2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13b38366dc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13b38366dc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332200"/>
            <a:ext cx="5004900" cy="190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700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2pPr>
            <a:lvl3pPr lvl="2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3pPr>
            <a:lvl4pPr lvl="3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4pPr>
            <a:lvl5pPr lvl="4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5pPr>
            <a:lvl6pPr lvl="5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6pPr>
            <a:lvl7pPr lvl="6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7pPr>
            <a:lvl8pPr lvl="7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8pPr>
            <a:lvl9pPr lvl="8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315975"/>
            <a:ext cx="5004900" cy="4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829110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55375" y="539500"/>
            <a:ext cx="9199350" cy="4604000"/>
            <a:chOff x="-55375" y="539500"/>
            <a:chExt cx="9199350" cy="4604000"/>
          </a:xfrm>
        </p:grpSpPr>
        <p:cxnSp>
          <p:nvCxnSpPr>
            <p:cNvPr id="13" name="Google Shape;13;p2"/>
            <p:cNvCxnSpPr/>
            <p:nvPr/>
          </p:nvCxnSpPr>
          <p:spPr>
            <a:xfrm>
              <a:off x="-55375" y="4608575"/>
              <a:ext cx="4870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14;p2"/>
            <p:cNvCxnSpPr/>
            <p:nvPr/>
          </p:nvCxnSpPr>
          <p:spPr>
            <a:xfrm>
              <a:off x="4751675" y="539500"/>
              <a:ext cx="4392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15;p2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ubTitle" idx="1"/>
          </p:nvPr>
        </p:nvSpPr>
        <p:spPr>
          <a:xfrm>
            <a:off x="713250" y="1217050"/>
            <a:ext cx="7717500" cy="4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/>
          <p:nvPr/>
        </p:nvSpPr>
        <p:spPr>
          <a:xfrm flipH="1">
            <a:off x="0" y="0"/>
            <a:ext cx="9144000" cy="26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" name="Google Shape;26;p4"/>
          <p:cNvGrpSpPr/>
          <p:nvPr/>
        </p:nvGrpSpPr>
        <p:grpSpPr>
          <a:xfrm>
            <a:off x="150" y="0"/>
            <a:ext cx="8860050" cy="4876025"/>
            <a:chOff x="150" y="0"/>
            <a:chExt cx="8860050" cy="4876025"/>
          </a:xfrm>
        </p:grpSpPr>
        <p:cxnSp>
          <p:nvCxnSpPr>
            <p:cNvPr id="27" name="Google Shape;27;p4"/>
            <p:cNvCxnSpPr/>
            <p:nvPr/>
          </p:nvCxnSpPr>
          <p:spPr>
            <a:xfrm>
              <a:off x="8860200" y="0"/>
              <a:ext cx="0" cy="2571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" name="Google Shape;28;p4"/>
            <p:cNvCxnSpPr/>
            <p:nvPr/>
          </p:nvCxnSpPr>
          <p:spPr>
            <a:xfrm rot="10800000">
              <a:off x="150" y="4876025"/>
              <a:ext cx="8444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/>
          <p:nvPr/>
        </p:nvSpPr>
        <p:spPr>
          <a:xfrm>
            <a:off x="0" y="0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" name="Google Shape;40;p6"/>
          <p:cNvGrpSpPr/>
          <p:nvPr/>
        </p:nvGrpSpPr>
        <p:grpSpPr>
          <a:xfrm>
            <a:off x="141900" y="-26"/>
            <a:ext cx="9002025" cy="4876051"/>
            <a:chOff x="141900" y="-26"/>
            <a:chExt cx="9002025" cy="4876051"/>
          </a:xfrm>
        </p:grpSpPr>
        <p:cxnSp>
          <p:nvCxnSpPr>
            <p:cNvPr id="41" name="Google Shape;41;p6"/>
            <p:cNvCxnSpPr/>
            <p:nvPr/>
          </p:nvCxnSpPr>
          <p:spPr>
            <a:xfrm>
              <a:off x="4576425" y="4876025"/>
              <a:ext cx="4567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" name="Google Shape;42;p6"/>
            <p:cNvCxnSpPr/>
            <p:nvPr/>
          </p:nvCxnSpPr>
          <p:spPr>
            <a:xfrm rot="10800000">
              <a:off x="141900" y="-26"/>
              <a:ext cx="0" cy="3958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2253750" y="1670575"/>
            <a:ext cx="4636500" cy="184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53" name="Google Shape;53;p8"/>
          <p:cNvSpPr/>
          <p:nvPr/>
        </p:nvSpPr>
        <p:spPr>
          <a:xfrm flipH="1">
            <a:off x="-55375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4" name="Google Shape;54;p8"/>
          <p:cNvGrpSpPr/>
          <p:nvPr/>
        </p:nvGrpSpPr>
        <p:grpSpPr>
          <a:xfrm flipH="1">
            <a:off x="-55200" y="539500"/>
            <a:ext cx="9199200" cy="4604000"/>
            <a:chOff x="-55375" y="539500"/>
            <a:chExt cx="9199200" cy="4604000"/>
          </a:xfrm>
        </p:grpSpPr>
        <p:cxnSp>
          <p:nvCxnSpPr>
            <p:cNvPr id="55" name="Google Shape;55;p8"/>
            <p:cNvCxnSpPr/>
            <p:nvPr/>
          </p:nvCxnSpPr>
          <p:spPr>
            <a:xfrm>
              <a:off x="-55375" y="4608575"/>
              <a:ext cx="5659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" name="Google Shape;56;p8"/>
            <p:cNvCxnSpPr/>
            <p:nvPr/>
          </p:nvCxnSpPr>
          <p:spPr>
            <a:xfrm>
              <a:off x="4502525" y="539500"/>
              <a:ext cx="4641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" name="Google Shape;57;p8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2143050" y="1461775"/>
            <a:ext cx="4857900" cy="80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ubTitle" idx="1"/>
          </p:nvPr>
        </p:nvSpPr>
        <p:spPr>
          <a:xfrm>
            <a:off x="2143050" y="2360663"/>
            <a:ext cx="4857900" cy="12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>
            <a:endParaRPr/>
          </a:p>
        </p:txBody>
      </p:sp>
      <p:sp>
        <p:nvSpPr>
          <p:cNvPr id="61" name="Google Shape;61;p9"/>
          <p:cNvSpPr/>
          <p:nvPr/>
        </p:nvSpPr>
        <p:spPr>
          <a:xfrm>
            <a:off x="75" y="4426700"/>
            <a:ext cx="9144000" cy="711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" name="Google Shape;62;p9"/>
          <p:cNvGrpSpPr/>
          <p:nvPr/>
        </p:nvGrpSpPr>
        <p:grpSpPr>
          <a:xfrm>
            <a:off x="712700" y="539500"/>
            <a:ext cx="8431300" cy="4604000"/>
            <a:chOff x="712700" y="539500"/>
            <a:chExt cx="8431300" cy="4604000"/>
          </a:xfrm>
        </p:grpSpPr>
        <p:cxnSp>
          <p:nvCxnSpPr>
            <p:cNvPr id="63" name="Google Shape;63;p9"/>
            <p:cNvCxnSpPr/>
            <p:nvPr/>
          </p:nvCxnSpPr>
          <p:spPr>
            <a:xfrm>
              <a:off x="4572000" y="539500"/>
              <a:ext cx="4572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" name="Google Shape;64;p9"/>
            <p:cNvCxnSpPr/>
            <p:nvPr/>
          </p:nvCxnSpPr>
          <p:spPr>
            <a:xfrm rot="10800000">
              <a:off x="712700" y="1685400"/>
              <a:ext cx="0" cy="3458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3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1"/>
          </p:nvPr>
        </p:nvSpPr>
        <p:spPr>
          <a:xfrm>
            <a:off x="1936100" y="2129352"/>
            <a:ext cx="22887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2"/>
          </p:nvPr>
        </p:nvSpPr>
        <p:spPr>
          <a:xfrm>
            <a:off x="1936100" y="1370275"/>
            <a:ext cx="2288700" cy="80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title" idx="3" hasCustomPrompt="1"/>
          </p:nvPr>
        </p:nvSpPr>
        <p:spPr>
          <a:xfrm>
            <a:off x="993600" y="1483400"/>
            <a:ext cx="876300" cy="1152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3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4"/>
          </p:nvPr>
        </p:nvSpPr>
        <p:spPr>
          <a:xfrm>
            <a:off x="1936100" y="3827175"/>
            <a:ext cx="22887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5"/>
          </p:nvPr>
        </p:nvSpPr>
        <p:spPr>
          <a:xfrm>
            <a:off x="1936100" y="3068200"/>
            <a:ext cx="2288700" cy="80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6" hasCustomPrompt="1"/>
          </p:nvPr>
        </p:nvSpPr>
        <p:spPr>
          <a:xfrm>
            <a:off x="993600" y="3179712"/>
            <a:ext cx="876300" cy="1152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3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7"/>
          </p:nvPr>
        </p:nvSpPr>
        <p:spPr>
          <a:xfrm>
            <a:off x="5969570" y="2129352"/>
            <a:ext cx="22887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8"/>
          </p:nvPr>
        </p:nvSpPr>
        <p:spPr>
          <a:xfrm>
            <a:off x="5969570" y="1370275"/>
            <a:ext cx="2288700" cy="80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9" hasCustomPrompt="1"/>
          </p:nvPr>
        </p:nvSpPr>
        <p:spPr>
          <a:xfrm>
            <a:off x="5033780" y="1483400"/>
            <a:ext cx="876300" cy="1152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3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3"/>
          </p:nvPr>
        </p:nvSpPr>
        <p:spPr>
          <a:xfrm>
            <a:off x="5969570" y="3827175"/>
            <a:ext cx="22887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4"/>
          </p:nvPr>
        </p:nvSpPr>
        <p:spPr>
          <a:xfrm>
            <a:off x="5969570" y="3068200"/>
            <a:ext cx="2288700" cy="80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15" hasCustomPrompt="1"/>
          </p:nvPr>
        </p:nvSpPr>
        <p:spPr>
          <a:xfrm>
            <a:off x="5033780" y="3179712"/>
            <a:ext cx="876300" cy="1152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3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cxnSp>
        <p:nvCxnSpPr>
          <p:cNvPr id="91" name="Google Shape;91;p13"/>
          <p:cNvCxnSpPr/>
          <p:nvPr/>
        </p:nvCxnSpPr>
        <p:spPr>
          <a:xfrm rot="10800000">
            <a:off x="9002100" y="-100"/>
            <a:ext cx="0" cy="265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1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>
            <a:spLocks noGrp="1"/>
          </p:cNvSpPr>
          <p:nvPr>
            <p:ph type="title"/>
          </p:nvPr>
        </p:nvSpPr>
        <p:spPr>
          <a:xfrm>
            <a:off x="783150" y="3920175"/>
            <a:ext cx="7577700" cy="5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subTitle" idx="1"/>
          </p:nvPr>
        </p:nvSpPr>
        <p:spPr>
          <a:xfrm>
            <a:off x="783150" y="1931831"/>
            <a:ext cx="7577700" cy="19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1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>
            <a:endParaRPr/>
          </a:p>
        </p:txBody>
      </p:sp>
      <p:cxnSp>
        <p:nvCxnSpPr>
          <p:cNvPr id="95" name="Google Shape;95;p14"/>
          <p:cNvCxnSpPr/>
          <p:nvPr/>
        </p:nvCxnSpPr>
        <p:spPr>
          <a:xfrm rot="10800000">
            <a:off x="75" y="4876025"/>
            <a:ext cx="8257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>
            <a:spLocks noGrp="1"/>
          </p:cNvSpPr>
          <p:nvPr>
            <p:ph type="body" idx="1"/>
          </p:nvPr>
        </p:nvSpPr>
        <p:spPr>
          <a:xfrm>
            <a:off x="1691100" y="1759300"/>
            <a:ext cx="5761800" cy="20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Char char="■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Red Hat Display"/>
              <a:buChar char="■"/>
              <a:defRPr/>
            </a:lvl9pPr>
          </a:lstStyle>
          <a:p>
            <a:endParaRPr/>
          </a:p>
        </p:txBody>
      </p:sp>
      <p:sp>
        <p:nvSpPr>
          <p:cNvPr id="143" name="Google Shape;143;p21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21"/>
          <p:cNvSpPr/>
          <p:nvPr/>
        </p:nvSpPr>
        <p:spPr>
          <a:xfrm flipH="1">
            <a:off x="0" y="4875900"/>
            <a:ext cx="9144000" cy="26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5" name="Google Shape;145;p21"/>
          <p:cNvGrpSpPr/>
          <p:nvPr/>
        </p:nvGrpSpPr>
        <p:grpSpPr>
          <a:xfrm>
            <a:off x="276825" y="267475"/>
            <a:ext cx="8860200" cy="4876025"/>
            <a:chOff x="276825" y="267475"/>
            <a:chExt cx="8860200" cy="4876025"/>
          </a:xfrm>
        </p:grpSpPr>
        <p:cxnSp>
          <p:nvCxnSpPr>
            <p:cNvPr id="146" name="Google Shape;146;p21"/>
            <p:cNvCxnSpPr/>
            <p:nvPr/>
          </p:nvCxnSpPr>
          <p:spPr>
            <a:xfrm rot="10800000">
              <a:off x="276825" y="2571900"/>
              <a:ext cx="0" cy="2571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" name="Google Shape;147;p21"/>
            <p:cNvCxnSpPr/>
            <p:nvPr/>
          </p:nvCxnSpPr>
          <p:spPr>
            <a:xfrm>
              <a:off x="4565025" y="267475"/>
              <a:ext cx="4572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2_1_1_1_1_1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 txBox="1">
            <a:spLocks noGrp="1"/>
          </p:cNvSpPr>
          <p:nvPr>
            <p:ph type="title"/>
          </p:nvPr>
        </p:nvSpPr>
        <p:spPr>
          <a:xfrm>
            <a:off x="948325" y="1409875"/>
            <a:ext cx="48633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22"/>
          <p:cNvSpPr txBox="1">
            <a:spLocks noGrp="1"/>
          </p:cNvSpPr>
          <p:nvPr>
            <p:ph type="subTitle" idx="1"/>
          </p:nvPr>
        </p:nvSpPr>
        <p:spPr>
          <a:xfrm>
            <a:off x="948325" y="2172700"/>
            <a:ext cx="4863300" cy="15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51" name="Google Shape;151;p22"/>
          <p:cNvSpPr/>
          <p:nvPr/>
        </p:nvSpPr>
        <p:spPr>
          <a:xfrm rot="10800000" flipH="1">
            <a:off x="829110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2" name="Google Shape;152;p22"/>
          <p:cNvGrpSpPr/>
          <p:nvPr/>
        </p:nvGrpSpPr>
        <p:grpSpPr>
          <a:xfrm rot="10800000" flipH="1">
            <a:off x="-55375" y="0"/>
            <a:ext cx="9199250" cy="4604000"/>
            <a:chOff x="-55375" y="539500"/>
            <a:chExt cx="9199250" cy="4604000"/>
          </a:xfrm>
        </p:grpSpPr>
        <p:cxnSp>
          <p:nvCxnSpPr>
            <p:cNvPr id="153" name="Google Shape;153;p22"/>
            <p:cNvCxnSpPr/>
            <p:nvPr/>
          </p:nvCxnSpPr>
          <p:spPr>
            <a:xfrm>
              <a:off x="-55375" y="4608575"/>
              <a:ext cx="4571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4" name="Google Shape;154;p22"/>
            <p:cNvCxnSpPr/>
            <p:nvPr/>
          </p:nvCxnSpPr>
          <p:spPr>
            <a:xfrm>
              <a:off x="4585075" y="539500"/>
              <a:ext cx="4558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" name="Google Shape;155;p22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4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7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27"/>
          <p:cNvSpPr txBox="1">
            <a:spLocks noGrp="1"/>
          </p:cNvSpPr>
          <p:nvPr>
            <p:ph type="subTitle" idx="1"/>
          </p:nvPr>
        </p:nvSpPr>
        <p:spPr>
          <a:xfrm>
            <a:off x="713263" y="3406527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27"/>
          <p:cNvSpPr txBox="1">
            <a:spLocks noGrp="1"/>
          </p:cNvSpPr>
          <p:nvPr>
            <p:ph type="subTitle" idx="2"/>
          </p:nvPr>
        </p:nvSpPr>
        <p:spPr>
          <a:xfrm>
            <a:off x="713263" y="2785375"/>
            <a:ext cx="2400300" cy="5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194" name="Google Shape;194;p27"/>
          <p:cNvSpPr txBox="1">
            <a:spLocks noGrp="1"/>
          </p:cNvSpPr>
          <p:nvPr>
            <p:ph type="subTitle" idx="3"/>
          </p:nvPr>
        </p:nvSpPr>
        <p:spPr>
          <a:xfrm>
            <a:off x="6030438" y="3406527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27"/>
          <p:cNvSpPr txBox="1">
            <a:spLocks noGrp="1"/>
          </p:cNvSpPr>
          <p:nvPr>
            <p:ph type="subTitle" idx="4"/>
          </p:nvPr>
        </p:nvSpPr>
        <p:spPr>
          <a:xfrm>
            <a:off x="6030438" y="2782400"/>
            <a:ext cx="2400300" cy="5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196" name="Google Shape;196;p27"/>
          <p:cNvSpPr txBox="1">
            <a:spLocks noGrp="1"/>
          </p:cNvSpPr>
          <p:nvPr>
            <p:ph type="subTitle" idx="5"/>
          </p:nvPr>
        </p:nvSpPr>
        <p:spPr>
          <a:xfrm>
            <a:off x="3371850" y="3406527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27"/>
          <p:cNvSpPr txBox="1">
            <a:spLocks noGrp="1"/>
          </p:cNvSpPr>
          <p:nvPr>
            <p:ph type="subTitle" idx="6"/>
          </p:nvPr>
        </p:nvSpPr>
        <p:spPr>
          <a:xfrm>
            <a:off x="3371850" y="2782400"/>
            <a:ext cx="2400300" cy="5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_1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1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31"/>
          <p:cNvSpPr txBox="1">
            <a:spLocks noGrp="1"/>
          </p:cNvSpPr>
          <p:nvPr>
            <p:ph type="subTitle" idx="1"/>
          </p:nvPr>
        </p:nvSpPr>
        <p:spPr>
          <a:xfrm>
            <a:off x="713244" y="3515601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31"/>
          <p:cNvSpPr txBox="1">
            <a:spLocks noGrp="1"/>
          </p:cNvSpPr>
          <p:nvPr>
            <p:ph type="subTitle" idx="2"/>
          </p:nvPr>
        </p:nvSpPr>
        <p:spPr>
          <a:xfrm>
            <a:off x="713244" y="3040799"/>
            <a:ext cx="24003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42" name="Google Shape;242;p31"/>
          <p:cNvSpPr txBox="1">
            <a:spLocks noGrp="1"/>
          </p:cNvSpPr>
          <p:nvPr>
            <p:ph type="subTitle" idx="3"/>
          </p:nvPr>
        </p:nvSpPr>
        <p:spPr>
          <a:xfrm>
            <a:off x="6030456" y="3515601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3" name="Google Shape;243;p31"/>
          <p:cNvSpPr txBox="1">
            <a:spLocks noGrp="1"/>
          </p:cNvSpPr>
          <p:nvPr>
            <p:ph type="subTitle" idx="4"/>
          </p:nvPr>
        </p:nvSpPr>
        <p:spPr>
          <a:xfrm>
            <a:off x="6030456" y="3040799"/>
            <a:ext cx="24003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44" name="Google Shape;244;p31"/>
          <p:cNvSpPr txBox="1">
            <a:spLocks noGrp="1"/>
          </p:cNvSpPr>
          <p:nvPr>
            <p:ph type="subTitle" idx="5"/>
          </p:nvPr>
        </p:nvSpPr>
        <p:spPr>
          <a:xfrm>
            <a:off x="3371850" y="3515601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31"/>
          <p:cNvSpPr txBox="1">
            <a:spLocks noGrp="1"/>
          </p:cNvSpPr>
          <p:nvPr>
            <p:ph type="subTitle" idx="6"/>
          </p:nvPr>
        </p:nvSpPr>
        <p:spPr>
          <a:xfrm>
            <a:off x="3371850" y="3040799"/>
            <a:ext cx="24003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46" name="Google Shape;246;p31"/>
          <p:cNvSpPr txBox="1">
            <a:spLocks noGrp="1"/>
          </p:cNvSpPr>
          <p:nvPr>
            <p:ph type="subTitle" idx="7"/>
          </p:nvPr>
        </p:nvSpPr>
        <p:spPr>
          <a:xfrm>
            <a:off x="713244" y="1850002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31"/>
          <p:cNvSpPr txBox="1">
            <a:spLocks noGrp="1"/>
          </p:cNvSpPr>
          <p:nvPr>
            <p:ph type="subTitle" idx="8"/>
          </p:nvPr>
        </p:nvSpPr>
        <p:spPr>
          <a:xfrm>
            <a:off x="713244" y="1375200"/>
            <a:ext cx="24003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48" name="Google Shape;248;p31"/>
          <p:cNvSpPr txBox="1">
            <a:spLocks noGrp="1"/>
          </p:cNvSpPr>
          <p:nvPr>
            <p:ph type="subTitle" idx="9"/>
          </p:nvPr>
        </p:nvSpPr>
        <p:spPr>
          <a:xfrm>
            <a:off x="3371850" y="1850002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31"/>
          <p:cNvSpPr txBox="1">
            <a:spLocks noGrp="1"/>
          </p:cNvSpPr>
          <p:nvPr>
            <p:ph type="subTitle" idx="13"/>
          </p:nvPr>
        </p:nvSpPr>
        <p:spPr>
          <a:xfrm>
            <a:off x="3371850" y="1375200"/>
            <a:ext cx="24003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50" name="Google Shape;250;p31"/>
          <p:cNvSpPr txBox="1">
            <a:spLocks noGrp="1"/>
          </p:cNvSpPr>
          <p:nvPr>
            <p:ph type="subTitle" idx="14"/>
          </p:nvPr>
        </p:nvSpPr>
        <p:spPr>
          <a:xfrm>
            <a:off x="6030456" y="1850002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1" name="Google Shape;251;p31"/>
          <p:cNvSpPr txBox="1">
            <a:spLocks noGrp="1"/>
          </p:cNvSpPr>
          <p:nvPr>
            <p:ph type="subTitle" idx="15"/>
          </p:nvPr>
        </p:nvSpPr>
        <p:spPr>
          <a:xfrm>
            <a:off x="6030456" y="1375200"/>
            <a:ext cx="24003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52" name="Google Shape;252;p31"/>
          <p:cNvSpPr/>
          <p:nvPr/>
        </p:nvSpPr>
        <p:spPr>
          <a:xfrm rot="10800000" flipH="1">
            <a:off x="25" y="-26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3" name="Google Shape;253;p31"/>
          <p:cNvGrpSpPr/>
          <p:nvPr/>
        </p:nvGrpSpPr>
        <p:grpSpPr>
          <a:xfrm rot="10800000" flipH="1">
            <a:off x="141925" y="267450"/>
            <a:ext cx="9001950" cy="4876050"/>
            <a:chOff x="141900" y="-26"/>
            <a:chExt cx="9001950" cy="4876050"/>
          </a:xfrm>
        </p:grpSpPr>
        <p:cxnSp>
          <p:nvCxnSpPr>
            <p:cNvPr id="254" name="Google Shape;254;p31"/>
            <p:cNvCxnSpPr/>
            <p:nvPr/>
          </p:nvCxnSpPr>
          <p:spPr>
            <a:xfrm>
              <a:off x="7907850" y="4876024"/>
              <a:ext cx="1236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5" name="Google Shape;255;p31"/>
            <p:cNvCxnSpPr/>
            <p:nvPr/>
          </p:nvCxnSpPr>
          <p:spPr>
            <a:xfrm rot="10800000">
              <a:off x="141900" y="-26"/>
              <a:ext cx="0" cy="3958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5" name="Google Shape;265;p33"/>
          <p:cNvCxnSpPr/>
          <p:nvPr/>
        </p:nvCxnSpPr>
        <p:spPr>
          <a:xfrm rot="10800000">
            <a:off x="9002100" y="-100"/>
            <a:ext cx="0" cy="265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6" name="Google Shape;266;p33"/>
          <p:cNvSpPr/>
          <p:nvPr/>
        </p:nvSpPr>
        <p:spPr>
          <a:xfrm>
            <a:off x="829110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67" name="Google Shape;267;p33"/>
          <p:cNvCxnSpPr/>
          <p:nvPr/>
        </p:nvCxnSpPr>
        <p:spPr>
          <a:xfrm>
            <a:off x="4273200" y="4876025"/>
            <a:ext cx="4870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8" name="Google Shape;268;p33"/>
          <p:cNvCxnSpPr/>
          <p:nvPr/>
        </p:nvCxnSpPr>
        <p:spPr>
          <a:xfrm rot="10800000">
            <a:off x="711250" y="0"/>
            <a:ext cx="0" cy="413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"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4"/>
          <p:cNvSpPr/>
          <p:nvPr/>
        </p:nvSpPr>
        <p:spPr>
          <a:xfrm rot="10800000">
            <a:off x="125" y="0"/>
            <a:ext cx="7167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1" name="Google Shape;271;p34"/>
          <p:cNvGrpSpPr/>
          <p:nvPr/>
        </p:nvGrpSpPr>
        <p:grpSpPr>
          <a:xfrm rot="10800000">
            <a:off x="0" y="363100"/>
            <a:ext cx="8860200" cy="4780400"/>
            <a:chOff x="283800" y="0"/>
            <a:chExt cx="8860200" cy="4780400"/>
          </a:xfrm>
        </p:grpSpPr>
        <p:cxnSp>
          <p:nvCxnSpPr>
            <p:cNvPr id="272" name="Google Shape;272;p34"/>
            <p:cNvCxnSpPr/>
            <p:nvPr/>
          </p:nvCxnSpPr>
          <p:spPr>
            <a:xfrm>
              <a:off x="4273200" y="4780400"/>
              <a:ext cx="4870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3" name="Google Shape;273;p34"/>
            <p:cNvCxnSpPr/>
            <p:nvPr/>
          </p:nvCxnSpPr>
          <p:spPr>
            <a:xfrm rot="10800000">
              <a:off x="283800" y="0"/>
              <a:ext cx="0" cy="413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297400"/>
            <a:ext cx="7717500" cy="3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●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■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●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■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●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ommissioner"/>
              <a:buChar char="■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  <p:sldLayoutId id="2147483654" r:id="rId4"/>
    <p:sldLayoutId id="2147483655" r:id="rId5"/>
    <p:sldLayoutId id="2147483658" r:id="rId6"/>
    <p:sldLayoutId id="2147483659" r:id="rId7"/>
    <p:sldLayoutId id="2147483660" r:id="rId8"/>
    <p:sldLayoutId id="2147483667" r:id="rId9"/>
    <p:sldLayoutId id="2147483668" r:id="rId10"/>
    <p:sldLayoutId id="2147483673" r:id="rId11"/>
    <p:sldLayoutId id="2147483677" r:id="rId12"/>
    <p:sldLayoutId id="2147483679" r:id="rId13"/>
    <p:sldLayoutId id="2147483680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1"/>
          <p:cNvSpPr txBox="1">
            <a:spLocks noGrp="1"/>
          </p:cNvSpPr>
          <p:nvPr>
            <p:ph type="ctrTitle"/>
          </p:nvPr>
        </p:nvSpPr>
        <p:spPr>
          <a:xfrm>
            <a:off x="713225" y="1332200"/>
            <a:ext cx="5004900" cy="190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/>
              <a:t>Crafting an Impressive CV</a:t>
            </a:r>
          </a:p>
        </p:txBody>
      </p:sp>
      <p:sp>
        <p:nvSpPr>
          <p:cNvPr id="291" name="Google Shape;291;p41"/>
          <p:cNvSpPr txBox="1">
            <a:spLocks noGrp="1"/>
          </p:cNvSpPr>
          <p:nvPr>
            <p:ph type="subTitle" idx="1"/>
          </p:nvPr>
        </p:nvSpPr>
        <p:spPr>
          <a:xfrm>
            <a:off x="713225" y="3315975"/>
            <a:ext cx="5004900" cy="4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latin typeface="Golos Text"/>
                <a:cs typeface="Golos Text"/>
                <a:sym typeface="Golos Text"/>
              </a:rPr>
              <a:t>A Step-by-Step Guide to Showcase Your Potential</a:t>
            </a:r>
            <a:endParaRPr sz="1000" dirty="0">
              <a:latin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6"/>
          <p:cNvSpPr txBox="1">
            <a:spLocks noGrp="1"/>
          </p:cNvSpPr>
          <p:nvPr>
            <p:ph type="title"/>
          </p:nvPr>
        </p:nvSpPr>
        <p:spPr>
          <a:xfrm>
            <a:off x="930777" y="1039211"/>
            <a:ext cx="4857900" cy="80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Ready to turn your aspirations into achievements? </a:t>
            </a:r>
            <a:endParaRPr sz="2000" dirty="0"/>
          </a:p>
        </p:txBody>
      </p:sp>
      <p:sp>
        <p:nvSpPr>
          <p:cNvPr id="343" name="Google Shape;343;p46"/>
          <p:cNvSpPr txBox="1">
            <a:spLocks noGrp="1"/>
          </p:cNvSpPr>
          <p:nvPr>
            <p:ph type="subTitle" idx="1"/>
          </p:nvPr>
        </p:nvSpPr>
        <p:spPr>
          <a:xfrm>
            <a:off x="3784813" y="3250697"/>
            <a:ext cx="4857900" cy="8535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Let's embark on a journey to craft a CV that opens doors to your dream career!</a:t>
            </a:r>
            <a:endParaRPr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2"/>
          <p:cNvSpPr txBox="1">
            <a:spLocks noGrp="1"/>
          </p:cNvSpPr>
          <p:nvPr>
            <p:ph type="title"/>
          </p:nvPr>
        </p:nvSpPr>
        <p:spPr>
          <a:xfrm>
            <a:off x="1041637" y="775451"/>
            <a:ext cx="7060725" cy="5545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What we will learn</a:t>
            </a:r>
          </a:p>
        </p:txBody>
      </p:sp>
      <p:graphicFrame>
        <p:nvGraphicFramePr>
          <p:cNvPr id="297" name="Google Shape;297;p42"/>
          <p:cNvGraphicFramePr/>
          <p:nvPr>
            <p:extLst>
              <p:ext uri="{D42A27DB-BD31-4B8C-83A1-F6EECF244321}">
                <p14:modId xmlns:p14="http://schemas.microsoft.com/office/powerpoint/2010/main" val="978941350"/>
              </p:ext>
            </p:extLst>
          </p:nvPr>
        </p:nvGraphicFramePr>
        <p:xfrm>
          <a:off x="1041638" y="2577486"/>
          <a:ext cx="7060725" cy="758200"/>
        </p:xfrm>
        <a:graphic>
          <a:graphicData uri="http://schemas.openxmlformats.org/drawingml/2006/table">
            <a:tbl>
              <a:tblPr>
                <a:noFill/>
                <a:tableStyleId>{8366198B-2AC6-4C8D-B240-BBCC06C5F0EA}</a:tableStyleId>
              </a:tblPr>
              <a:tblGrid>
                <a:gridCol w="2190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91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50" dirty="0">
                        <a:solidFill>
                          <a:schemeClr val="dk1"/>
                        </a:solidFill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Commissioner"/>
                          <a:ea typeface="Commissioner"/>
                          <a:cs typeface="Commissioner"/>
                          <a:sym typeface="Commissioner"/>
                        </a:rPr>
                        <a:t>Your CV is your first impression on potential employers</a:t>
                      </a:r>
                      <a:endParaRPr sz="1000" dirty="0">
                        <a:solidFill>
                          <a:schemeClr val="dk1"/>
                        </a:solidFill>
                        <a:latin typeface="Commissioner"/>
                        <a:ea typeface="Commissioner"/>
                        <a:cs typeface="Commissioner"/>
                        <a:sym typeface="Commissioner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1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50" dirty="0">
                        <a:solidFill>
                          <a:schemeClr val="dk1"/>
                        </a:solidFill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Commissioner"/>
                          <a:ea typeface="Commissioner"/>
                          <a:cs typeface="Commissioner"/>
                          <a:sym typeface="Commissioner"/>
                        </a:rPr>
                        <a:t>Learn how to create a compelling CV that stands out from the crowd</a:t>
                      </a:r>
                      <a:endParaRPr sz="1000" dirty="0">
                        <a:solidFill>
                          <a:schemeClr val="dk1"/>
                        </a:solidFill>
                        <a:latin typeface="Commissioner"/>
                        <a:ea typeface="Commissioner"/>
                        <a:cs typeface="Commissioner"/>
                        <a:sym typeface="Commissioner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5" name="Google Shape;405;p51"/>
          <p:cNvGrpSpPr/>
          <p:nvPr/>
        </p:nvGrpSpPr>
        <p:grpSpPr>
          <a:xfrm>
            <a:off x="0" y="-50"/>
            <a:ext cx="9144000" cy="5143550"/>
            <a:chOff x="0" y="-50"/>
            <a:chExt cx="9144000" cy="5143550"/>
          </a:xfrm>
        </p:grpSpPr>
        <p:sp>
          <p:nvSpPr>
            <p:cNvPr id="406" name="Google Shape;406;p51"/>
            <p:cNvSpPr/>
            <p:nvPr/>
          </p:nvSpPr>
          <p:spPr>
            <a:xfrm>
              <a:off x="0" y="1642453"/>
              <a:ext cx="9144000" cy="989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407" name="Google Shape;407;p51"/>
            <p:cNvGrpSpPr/>
            <p:nvPr/>
          </p:nvGrpSpPr>
          <p:grpSpPr>
            <a:xfrm>
              <a:off x="283800" y="-50"/>
              <a:ext cx="8718300" cy="5143550"/>
              <a:chOff x="283800" y="-50"/>
              <a:chExt cx="8718300" cy="5143550"/>
            </a:xfrm>
          </p:grpSpPr>
          <p:cxnSp>
            <p:nvCxnSpPr>
              <p:cNvPr id="408" name="Google Shape;408;p51"/>
              <p:cNvCxnSpPr/>
              <p:nvPr/>
            </p:nvCxnSpPr>
            <p:spPr>
              <a:xfrm rot="10800000">
                <a:off x="9002100" y="1642500"/>
                <a:ext cx="0" cy="3501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09" name="Google Shape;409;p51"/>
              <p:cNvCxnSpPr/>
              <p:nvPr/>
            </p:nvCxnSpPr>
            <p:spPr>
              <a:xfrm rot="10800000">
                <a:off x="283800" y="-50"/>
                <a:ext cx="0" cy="2631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410" name="Google Shape;410;p51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Understanding the Purpose</a:t>
            </a:r>
            <a:endParaRPr dirty="0"/>
          </a:p>
        </p:txBody>
      </p:sp>
      <p:sp>
        <p:nvSpPr>
          <p:cNvPr id="411" name="Google Shape;411;p51"/>
          <p:cNvSpPr txBox="1">
            <a:spLocks noGrp="1"/>
          </p:cNvSpPr>
          <p:nvPr>
            <p:ph type="subTitle" idx="1"/>
          </p:nvPr>
        </p:nvSpPr>
        <p:spPr>
          <a:xfrm>
            <a:off x="713263" y="3406527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Highlight your skills, education, and experiences</a:t>
            </a:r>
            <a:endParaRPr dirty="0"/>
          </a:p>
        </p:txBody>
      </p:sp>
      <p:sp>
        <p:nvSpPr>
          <p:cNvPr id="413" name="Google Shape;413;p51"/>
          <p:cNvSpPr txBox="1">
            <a:spLocks noGrp="1"/>
          </p:cNvSpPr>
          <p:nvPr>
            <p:ph type="subTitle" idx="3"/>
          </p:nvPr>
        </p:nvSpPr>
        <p:spPr>
          <a:xfrm>
            <a:off x="6030438" y="3406527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Secure interviews for desired positions</a:t>
            </a:r>
            <a:endParaRPr dirty="0"/>
          </a:p>
        </p:txBody>
      </p:sp>
      <p:sp>
        <p:nvSpPr>
          <p:cNvPr id="415" name="Google Shape;415;p51"/>
          <p:cNvSpPr txBox="1">
            <a:spLocks noGrp="1"/>
          </p:cNvSpPr>
          <p:nvPr>
            <p:ph type="subTitle" idx="5"/>
          </p:nvPr>
        </p:nvSpPr>
        <p:spPr>
          <a:xfrm>
            <a:off x="3371850" y="3406527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Grab the attention of recruiters</a:t>
            </a:r>
          </a:p>
        </p:txBody>
      </p:sp>
      <p:sp>
        <p:nvSpPr>
          <p:cNvPr id="5" name="Google Shape;13957;p91">
            <a:extLst>
              <a:ext uri="{FF2B5EF4-FFF2-40B4-BE49-F238E27FC236}">
                <a16:creationId xmlns:a16="http://schemas.microsoft.com/office/drawing/2014/main" id="{EA40A64D-3605-D20B-B9F9-22F4E4A7ED0E}"/>
              </a:ext>
            </a:extLst>
          </p:cNvPr>
          <p:cNvSpPr/>
          <p:nvPr/>
        </p:nvSpPr>
        <p:spPr>
          <a:xfrm>
            <a:off x="4262212" y="1792218"/>
            <a:ext cx="600730" cy="621935"/>
          </a:xfrm>
          <a:custGeom>
            <a:avLst/>
            <a:gdLst/>
            <a:ahLst/>
            <a:cxnLst/>
            <a:rect l="l" t="t" r="r" b="b"/>
            <a:pathLst>
              <a:path w="11693" h="11693" extrusionOk="0">
                <a:moveTo>
                  <a:pt x="10252" y="584"/>
                </a:moveTo>
                <a:lnTo>
                  <a:pt x="10252" y="1263"/>
                </a:lnTo>
                <a:cubicBezTo>
                  <a:pt x="10252" y="1358"/>
                  <a:pt x="10323" y="1429"/>
                  <a:pt x="10406" y="1429"/>
                </a:cubicBezTo>
                <a:lnTo>
                  <a:pt x="11097" y="1429"/>
                </a:lnTo>
                <a:lnTo>
                  <a:pt x="9609" y="2918"/>
                </a:lnTo>
                <a:lnTo>
                  <a:pt x="9001" y="2918"/>
                </a:lnTo>
                <a:lnTo>
                  <a:pt x="9978" y="1941"/>
                </a:lnTo>
                <a:cubicBezTo>
                  <a:pt x="10037" y="1882"/>
                  <a:pt x="10037" y="1751"/>
                  <a:pt x="9978" y="1691"/>
                </a:cubicBezTo>
                <a:cubicBezTo>
                  <a:pt x="9948" y="1667"/>
                  <a:pt x="9903" y="1656"/>
                  <a:pt x="9859" y="1656"/>
                </a:cubicBezTo>
                <a:cubicBezTo>
                  <a:pt x="9814" y="1656"/>
                  <a:pt x="9769" y="1667"/>
                  <a:pt x="9740" y="1691"/>
                </a:cubicBezTo>
                <a:lnTo>
                  <a:pt x="8763" y="2679"/>
                </a:lnTo>
                <a:lnTo>
                  <a:pt x="8763" y="2072"/>
                </a:lnTo>
                <a:lnTo>
                  <a:pt x="10252" y="584"/>
                </a:lnTo>
                <a:close/>
                <a:moveTo>
                  <a:pt x="4739" y="2537"/>
                </a:moveTo>
                <a:cubicBezTo>
                  <a:pt x="5894" y="2537"/>
                  <a:pt x="6942" y="2977"/>
                  <a:pt x="7739" y="3703"/>
                </a:cubicBezTo>
                <a:lnTo>
                  <a:pt x="4620" y="6811"/>
                </a:lnTo>
                <a:cubicBezTo>
                  <a:pt x="4560" y="6870"/>
                  <a:pt x="4560" y="7001"/>
                  <a:pt x="4620" y="7049"/>
                </a:cubicBezTo>
                <a:cubicBezTo>
                  <a:pt x="4656" y="7085"/>
                  <a:pt x="4703" y="7097"/>
                  <a:pt x="4739" y="7097"/>
                </a:cubicBezTo>
                <a:cubicBezTo>
                  <a:pt x="4787" y="7097"/>
                  <a:pt x="4834" y="7085"/>
                  <a:pt x="4858" y="7049"/>
                </a:cubicBezTo>
                <a:lnTo>
                  <a:pt x="5632" y="6275"/>
                </a:lnTo>
                <a:cubicBezTo>
                  <a:pt x="5775" y="6478"/>
                  <a:pt x="5846" y="6692"/>
                  <a:pt x="5846" y="6930"/>
                </a:cubicBezTo>
                <a:cubicBezTo>
                  <a:pt x="5846" y="7549"/>
                  <a:pt x="5358" y="8037"/>
                  <a:pt x="4739" y="8037"/>
                </a:cubicBezTo>
                <a:cubicBezTo>
                  <a:pt x="4132" y="8037"/>
                  <a:pt x="3644" y="7549"/>
                  <a:pt x="3644" y="6930"/>
                </a:cubicBezTo>
                <a:cubicBezTo>
                  <a:pt x="3644" y="6323"/>
                  <a:pt x="4132" y="5835"/>
                  <a:pt x="4739" y="5835"/>
                </a:cubicBezTo>
                <a:cubicBezTo>
                  <a:pt x="4822" y="5835"/>
                  <a:pt x="4882" y="5835"/>
                  <a:pt x="4953" y="5847"/>
                </a:cubicBezTo>
                <a:cubicBezTo>
                  <a:pt x="4962" y="5848"/>
                  <a:pt x="4970" y="5848"/>
                  <a:pt x="4979" y="5848"/>
                </a:cubicBezTo>
                <a:cubicBezTo>
                  <a:pt x="5055" y="5848"/>
                  <a:pt x="5133" y="5801"/>
                  <a:pt x="5144" y="5716"/>
                </a:cubicBezTo>
                <a:cubicBezTo>
                  <a:pt x="5156" y="5620"/>
                  <a:pt x="5096" y="5537"/>
                  <a:pt x="5013" y="5525"/>
                </a:cubicBezTo>
                <a:cubicBezTo>
                  <a:pt x="4918" y="5513"/>
                  <a:pt x="4834" y="5489"/>
                  <a:pt x="4739" y="5489"/>
                </a:cubicBezTo>
                <a:cubicBezTo>
                  <a:pt x="3941" y="5489"/>
                  <a:pt x="3298" y="6144"/>
                  <a:pt x="3298" y="6942"/>
                </a:cubicBezTo>
                <a:cubicBezTo>
                  <a:pt x="3298" y="7740"/>
                  <a:pt x="3953" y="8383"/>
                  <a:pt x="4739" y="8383"/>
                </a:cubicBezTo>
                <a:cubicBezTo>
                  <a:pt x="5549" y="8383"/>
                  <a:pt x="6192" y="7728"/>
                  <a:pt x="6192" y="6942"/>
                </a:cubicBezTo>
                <a:cubicBezTo>
                  <a:pt x="6192" y="6609"/>
                  <a:pt x="6084" y="6299"/>
                  <a:pt x="5870" y="6049"/>
                </a:cubicBezTo>
                <a:lnTo>
                  <a:pt x="6406" y="5513"/>
                </a:lnTo>
                <a:cubicBezTo>
                  <a:pt x="6751" y="5906"/>
                  <a:pt x="6942" y="6418"/>
                  <a:pt x="6942" y="6942"/>
                </a:cubicBezTo>
                <a:cubicBezTo>
                  <a:pt x="6942" y="8156"/>
                  <a:pt x="5965" y="9133"/>
                  <a:pt x="4739" y="9133"/>
                </a:cubicBezTo>
                <a:cubicBezTo>
                  <a:pt x="3525" y="9133"/>
                  <a:pt x="2536" y="8156"/>
                  <a:pt x="2536" y="6942"/>
                </a:cubicBezTo>
                <a:cubicBezTo>
                  <a:pt x="2536" y="5716"/>
                  <a:pt x="3525" y="4739"/>
                  <a:pt x="4739" y="4739"/>
                </a:cubicBezTo>
                <a:cubicBezTo>
                  <a:pt x="5120" y="4739"/>
                  <a:pt x="5477" y="4823"/>
                  <a:pt x="5787" y="5001"/>
                </a:cubicBezTo>
                <a:cubicBezTo>
                  <a:pt x="5812" y="5016"/>
                  <a:pt x="5840" y="5022"/>
                  <a:pt x="5868" y="5022"/>
                </a:cubicBezTo>
                <a:cubicBezTo>
                  <a:pt x="5930" y="5022"/>
                  <a:pt x="5992" y="4988"/>
                  <a:pt x="6025" y="4930"/>
                </a:cubicBezTo>
                <a:cubicBezTo>
                  <a:pt x="6073" y="4834"/>
                  <a:pt x="6037" y="4739"/>
                  <a:pt x="5953" y="4692"/>
                </a:cubicBezTo>
                <a:cubicBezTo>
                  <a:pt x="5572" y="4501"/>
                  <a:pt x="5156" y="4370"/>
                  <a:pt x="4739" y="4370"/>
                </a:cubicBezTo>
                <a:cubicBezTo>
                  <a:pt x="3346" y="4370"/>
                  <a:pt x="2203" y="5525"/>
                  <a:pt x="2203" y="6918"/>
                </a:cubicBezTo>
                <a:cubicBezTo>
                  <a:pt x="2203" y="8323"/>
                  <a:pt x="3346" y="9466"/>
                  <a:pt x="4739" y="9466"/>
                </a:cubicBezTo>
                <a:cubicBezTo>
                  <a:pt x="6144" y="9466"/>
                  <a:pt x="7287" y="8323"/>
                  <a:pt x="7287" y="6918"/>
                </a:cubicBezTo>
                <a:cubicBezTo>
                  <a:pt x="7287" y="6299"/>
                  <a:pt x="7061" y="5716"/>
                  <a:pt x="6668" y="5239"/>
                </a:cubicBezTo>
                <a:lnTo>
                  <a:pt x="7204" y="4704"/>
                </a:lnTo>
                <a:cubicBezTo>
                  <a:pt x="7751" y="5311"/>
                  <a:pt x="8049" y="6085"/>
                  <a:pt x="8049" y="6918"/>
                </a:cubicBezTo>
                <a:cubicBezTo>
                  <a:pt x="8049" y="8740"/>
                  <a:pt x="6561" y="10228"/>
                  <a:pt x="4739" y="10228"/>
                </a:cubicBezTo>
                <a:cubicBezTo>
                  <a:pt x="2929" y="10228"/>
                  <a:pt x="1441" y="8740"/>
                  <a:pt x="1441" y="6918"/>
                </a:cubicBezTo>
                <a:cubicBezTo>
                  <a:pt x="1441" y="5108"/>
                  <a:pt x="2929" y="3620"/>
                  <a:pt x="4739" y="3620"/>
                </a:cubicBezTo>
                <a:cubicBezTo>
                  <a:pt x="5382" y="3620"/>
                  <a:pt x="5989" y="3799"/>
                  <a:pt x="6525" y="4132"/>
                </a:cubicBezTo>
                <a:cubicBezTo>
                  <a:pt x="6558" y="4151"/>
                  <a:pt x="6594" y="4161"/>
                  <a:pt x="6628" y="4161"/>
                </a:cubicBezTo>
                <a:cubicBezTo>
                  <a:pt x="6679" y="4161"/>
                  <a:pt x="6727" y="4139"/>
                  <a:pt x="6763" y="4096"/>
                </a:cubicBezTo>
                <a:cubicBezTo>
                  <a:pt x="6811" y="4025"/>
                  <a:pt x="6799" y="3918"/>
                  <a:pt x="6727" y="3858"/>
                </a:cubicBezTo>
                <a:cubicBezTo>
                  <a:pt x="6144" y="3477"/>
                  <a:pt x="5453" y="3275"/>
                  <a:pt x="4763" y="3275"/>
                </a:cubicBezTo>
                <a:cubicBezTo>
                  <a:pt x="2751" y="3275"/>
                  <a:pt x="1108" y="4918"/>
                  <a:pt x="1108" y="6918"/>
                </a:cubicBezTo>
                <a:cubicBezTo>
                  <a:pt x="1108" y="8930"/>
                  <a:pt x="2751" y="10573"/>
                  <a:pt x="4763" y="10573"/>
                </a:cubicBezTo>
                <a:cubicBezTo>
                  <a:pt x="6763" y="10573"/>
                  <a:pt x="8406" y="8930"/>
                  <a:pt x="8406" y="6918"/>
                </a:cubicBezTo>
                <a:cubicBezTo>
                  <a:pt x="8406" y="6013"/>
                  <a:pt x="8061" y="5132"/>
                  <a:pt x="7454" y="4465"/>
                </a:cubicBezTo>
                <a:lnTo>
                  <a:pt x="7989" y="3930"/>
                </a:lnTo>
                <a:cubicBezTo>
                  <a:pt x="8704" y="4739"/>
                  <a:pt x="9144" y="5775"/>
                  <a:pt x="9144" y="6942"/>
                </a:cubicBezTo>
                <a:cubicBezTo>
                  <a:pt x="9144" y="9359"/>
                  <a:pt x="7168" y="11347"/>
                  <a:pt x="4739" y="11347"/>
                </a:cubicBezTo>
                <a:cubicBezTo>
                  <a:pt x="2322" y="11347"/>
                  <a:pt x="334" y="9359"/>
                  <a:pt x="334" y="6942"/>
                </a:cubicBezTo>
                <a:cubicBezTo>
                  <a:pt x="334" y="4513"/>
                  <a:pt x="2322" y="2537"/>
                  <a:pt x="4739" y="2537"/>
                </a:cubicBezTo>
                <a:close/>
                <a:moveTo>
                  <a:pt x="10403" y="1"/>
                </a:moveTo>
                <a:cubicBezTo>
                  <a:pt x="10360" y="1"/>
                  <a:pt x="10315" y="16"/>
                  <a:pt x="10275" y="48"/>
                </a:cubicBezTo>
                <a:lnTo>
                  <a:pt x="8466" y="1882"/>
                </a:lnTo>
                <a:cubicBezTo>
                  <a:pt x="8430" y="1906"/>
                  <a:pt x="8418" y="1953"/>
                  <a:pt x="8418" y="1989"/>
                </a:cubicBezTo>
                <a:lnTo>
                  <a:pt x="8418" y="3025"/>
                </a:lnTo>
                <a:lnTo>
                  <a:pt x="7978" y="3465"/>
                </a:lnTo>
                <a:cubicBezTo>
                  <a:pt x="7120" y="2679"/>
                  <a:pt x="5989" y="2203"/>
                  <a:pt x="4739" y="2203"/>
                </a:cubicBezTo>
                <a:cubicBezTo>
                  <a:pt x="2120" y="2203"/>
                  <a:pt x="0" y="4334"/>
                  <a:pt x="0" y="6954"/>
                </a:cubicBezTo>
                <a:cubicBezTo>
                  <a:pt x="0" y="9573"/>
                  <a:pt x="2120" y="11692"/>
                  <a:pt x="4739" y="11692"/>
                </a:cubicBezTo>
                <a:cubicBezTo>
                  <a:pt x="7358" y="11692"/>
                  <a:pt x="9490" y="9573"/>
                  <a:pt x="9490" y="6954"/>
                </a:cubicBezTo>
                <a:cubicBezTo>
                  <a:pt x="9490" y="5704"/>
                  <a:pt x="9013" y="4573"/>
                  <a:pt x="8228" y="3715"/>
                </a:cubicBezTo>
                <a:lnTo>
                  <a:pt x="8668" y="3275"/>
                </a:lnTo>
                <a:lnTo>
                  <a:pt x="9704" y="3275"/>
                </a:lnTo>
                <a:cubicBezTo>
                  <a:pt x="9740" y="3275"/>
                  <a:pt x="9787" y="3263"/>
                  <a:pt x="9823" y="3227"/>
                </a:cubicBezTo>
                <a:lnTo>
                  <a:pt x="11645" y="1394"/>
                </a:lnTo>
                <a:cubicBezTo>
                  <a:pt x="11680" y="1346"/>
                  <a:pt x="11692" y="1263"/>
                  <a:pt x="11668" y="1203"/>
                </a:cubicBezTo>
                <a:cubicBezTo>
                  <a:pt x="11633" y="1144"/>
                  <a:pt x="11573" y="1096"/>
                  <a:pt x="11502" y="1096"/>
                </a:cubicBezTo>
                <a:lnTo>
                  <a:pt x="10573" y="1096"/>
                </a:lnTo>
                <a:lnTo>
                  <a:pt x="10573" y="179"/>
                </a:lnTo>
                <a:cubicBezTo>
                  <a:pt x="10573" y="108"/>
                  <a:pt x="10537" y="48"/>
                  <a:pt x="10466" y="12"/>
                </a:cubicBezTo>
                <a:cubicBezTo>
                  <a:pt x="10446" y="5"/>
                  <a:pt x="10425" y="1"/>
                  <a:pt x="10403" y="1"/>
                </a:cubicBezTo>
                <a:close/>
              </a:path>
            </a:pathLst>
          </a:custGeom>
          <a:solidFill>
            <a:srgbClr val="657E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" name="Google Shape;16527;p95">
            <a:extLst>
              <a:ext uri="{FF2B5EF4-FFF2-40B4-BE49-F238E27FC236}">
                <a16:creationId xmlns:a16="http://schemas.microsoft.com/office/drawing/2014/main" id="{BF1080DE-45D4-CD9A-474D-028A9CFC72A5}"/>
              </a:ext>
            </a:extLst>
          </p:cNvPr>
          <p:cNvGrpSpPr/>
          <p:nvPr/>
        </p:nvGrpSpPr>
        <p:grpSpPr>
          <a:xfrm>
            <a:off x="6879214" y="1917801"/>
            <a:ext cx="567833" cy="478057"/>
            <a:chOff x="1341727" y="2483349"/>
            <a:chExt cx="419913" cy="308109"/>
          </a:xfrm>
        </p:grpSpPr>
        <p:sp>
          <p:nvSpPr>
            <p:cNvPr id="7" name="Google Shape;16528;p95">
              <a:extLst>
                <a:ext uri="{FF2B5EF4-FFF2-40B4-BE49-F238E27FC236}">
                  <a16:creationId xmlns:a16="http://schemas.microsoft.com/office/drawing/2014/main" id="{E6C9660D-2C17-A04D-FD07-C583ACF63EB7}"/>
                </a:ext>
              </a:extLst>
            </p:cNvPr>
            <p:cNvSpPr/>
            <p:nvPr/>
          </p:nvSpPr>
          <p:spPr>
            <a:xfrm>
              <a:off x="1623896" y="2522310"/>
              <a:ext cx="53488" cy="18605"/>
            </a:xfrm>
            <a:custGeom>
              <a:avLst/>
              <a:gdLst/>
              <a:ahLst/>
              <a:cxnLst/>
              <a:rect l="l" t="t" r="r" b="b"/>
              <a:pathLst>
                <a:path w="1406" h="489" extrusionOk="0">
                  <a:moveTo>
                    <a:pt x="167" y="1"/>
                  </a:moveTo>
                  <a:cubicBezTo>
                    <a:pt x="84" y="1"/>
                    <a:pt x="1" y="72"/>
                    <a:pt x="1" y="167"/>
                  </a:cubicBezTo>
                  <a:cubicBezTo>
                    <a:pt x="1" y="251"/>
                    <a:pt x="84" y="322"/>
                    <a:pt x="167" y="322"/>
                  </a:cubicBezTo>
                  <a:cubicBezTo>
                    <a:pt x="346" y="322"/>
                    <a:pt x="882" y="358"/>
                    <a:pt x="1144" y="477"/>
                  </a:cubicBezTo>
                  <a:cubicBezTo>
                    <a:pt x="1167" y="489"/>
                    <a:pt x="1179" y="489"/>
                    <a:pt x="1215" y="489"/>
                  </a:cubicBezTo>
                  <a:cubicBezTo>
                    <a:pt x="1275" y="489"/>
                    <a:pt x="1334" y="465"/>
                    <a:pt x="1358" y="406"/>
                  </a:cubicBezTo>
                  <a:cubicBezTo>
                    <a:pt x="1406" y="346"/>
                    <a:pt x="1358" y="239"/>
                    <a:pt x="1286" y="191"/>
                  </a:cubicBezTo>
                  <a:cubicBezTo>
                    <a:pt x="917" y="1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6529;p95">
              <a:extLst>
                <a:ext uri="{FF2B5EF4-FFF2-40B4-BE49-F238E27FC236}">
                  <a16:creationId xmlns:a16="http://schemas.microsoft.com/office/drawing/2014/main" id="{AB28A533-EE4B-C7EA-48BB-3C5294DAAA81}"/>
                </a:ext>
              </a:extLst>
            </p:cNvPr>
            <p:cNvSpPr/>
            <p:nvPr/>
          </p:nvSpPr>
          <p:spPr>
            <a:xfrm>
              <a:off x="1341727" y="2483349"/>
              <a:ext cx="419913" cy="308109"/>
            </a:xfrm>
            <a:custGeom>
              <a:avLst/>
              <a:gdLst/>
              <a:ahLst/>
              <a:cxnLst/>
              <a:rect l="l" t="t" r="r" b="b"/>
              <a:pathLst>
                <a:path w="11038" h="8098" extrusionOk="0">
                  <a:moveTo>
                    <a:pt x="9156" y="501"/>
                  </a:moveTo>
                  <a:lnTo>
                    <a:pt x="9156" y="1168"/>
                  </a:lnTo>
                  <a:cubicBezTo>
                    <a:pt x="9156" y="1275"/>
                    <a:pt x="9120" y="1394"/>
                    <a:pt x="9073" y="1489"/>
                  </a:cubicBezTo>
                  <a:lnTo>
                    <a:pt x="9001" y="1644"/>
                  </a:lnTo>
                  <a:cubicBezTo>
                    <a:pt x="8989" y="1680"/>
                    <a:pt x="8989" y="1692"/>
                    <a:pt x="8989" y="1727"/>
                  </a:cubicBezTo>
                  <a:lnTo>
                    <a:pt x="8989" y="2061"/>
                  </a:lnTo>
                  <a:cubicBezTo>
                    <a:pt x="8989" y="2299"/>
                    <a:pt x="8894" y="2525"/>
                    <a:pt x="8715" y="2692"/>
                  </a:cubicBezTo>
                  <a:cubicBezTo>
                    <a:pt x="8537" y="2858"/>
                    <a:pt x="8311" y="2942"/>
                    <a:pt x="8072" y="2942"/>
                  </a:cubicBezTo>
                  <a:cubicBezTo>
                    <a:pt x="7620" y="2918"/>
                    <a:pt x="7227" y="2513"/>
                    <a:pt x="7227" y="2025"/>
                  </a:cubicBezTo>
                  <a:lnTo>
                    <a:pt x="7227" y="1727"/>
                  </a:lnTo>
                  <a:cubicBezTo>
                    <a:pt x="7227" y="1692"/>
                    <a:pt x="7227" y="1680"/>
                    <a:pt x="7215" y="1644"/>
                  </a:cubicBezTo>
                  <a:lnTo>
                    <a:pt x="7108" y="1453"/>
                  </a:lnTo>
                  <a:cubicBezTo>
                    <a:pt x="7084" y="1382"/>
                    <a:pt x="7049" y="1311"/>
                    <a:pt x="7049" y="1215"/>
                  </a:cubicBezTo>
                  <a:lnTo>
                    <a:pt x="7049" y="1203"/>
                  </a:lnTo>
                  <a:cubicBezTo>
                    <a:pt x="7049" y="810"/>
                    <a:pt x="7370" y="501"/>
                    <a:pt x="7751" y="501"/>
                  </a:cubicBezTo>
                  <a:close/>
                  <a:moveTo>
                    <a:pt x="3274" y="322"/>
                  </a:moveTo>
                  <a:cubicBezTo>
                    <a:pt x="3548" y="322"/>
                    <a:pt x="3786" y="429"/>
                    <a:pt x="3989" y="632"/>
                  </a:cubicBezTo>
                  <a:cubicBezTo>
                    <a:pt x="4179" y="834"/>
                    <a:pt x="4298" y="1108"/>
                    <a:pt x="4310" y="1394"/>
                  </a:cubicBezTo>
                  <a:cubicBezTo>
                    <a:pt x="4346" y="1739"/>
                    <a:pt x="4441" y="2442"/>
                    <a:pt x="4608" y="2858"/>
                  </a:cubicBezTo>
                  <a:cubicBezTo>
                    <a:pt x="4358" y="2942"/>
                    <a:pt x="3870" y="3096"/>
                    <a:pt x="3274" y="3096"/>
                  </a:cubicBezTo>
                  <a:cubicBezTo>
                    <a:pt x="3253" y="3097"/>
                    <a:pt x="3232" y="3097"/>
                    <a:pt x="3210" y="3097"/>
                  </a:cubicBezTo>
                  <a:cubicBezTo>
                    <a:pt x="2654" y="3097"/>
                    <a:pt x="2182" y="2951"/>
                    <a:pt x="1953" y="2870"/>
                  </a:cubicBezTo>
                  <a:cubicBezTo>
                    <a:pt x="2096" y="2442"/>
                    <a:pt x="2215" y="1739"/>
                    <a:pt x="2226" y="1394"/>
                  </a:cubicBezTo>
                  <a:cubicBezTo>
                    <a:pt x="2250" y="1096"/>
                    <a:pt x="2357" y="834"/>
                    <a:pt x="2560" y="632"/>
                  </a:cubicBezTo>
                  <a:cubicBezTo>
                    <a:pt x="2750" y="429"/>
                    <a:pt x="3000" y="322"/>
                    <a:pt x="3274" y="322"/>
                  </a:cubicBezTo>
                  <a:close/>
                  <a:moveTo>
                    <a:pt x="7751" y="3192"/>
                  </a:moveTo>
                  <a:cubicBezTo>
                    <a:pt x="7858" y="3227"/>
                    <a:pt x="7965" y="3251"/>
                    <a:pt x="8084" y="3251"/>
                  </a:cubicBezTo>
                  <a:lnTo>
                    <a:pt x="8120" y="3251"/>
                  </a:lnTo>
                  <a:cubicBezTo>
                    <a:pt x="8239" y="3251"/>
                    <a:pt x="8358" y="3239"/>
                    <a:pt x="8477" y="3192"/>
                  </a:cubicBezTo>
                  <a:lnTo>
                    <a:pt x="8477" y="3192"/>
                  </a:lnTo>
                  <a:cubicBezTo>
                    <a:pt x="8465" y="3251"/>
                    <a:pt x="8477" y="3299"/>
                    <a:pt x="8501" y="3346"/>
                  </a:cubicBezTo>
                  <a:lnTo>
                    <a:pt x="8358" y="3477"/>
                  </a:lnTo>
                  <a:cubicBezTo>
                    <a:pt x="8287" y="3549"/>
                    <a:pt x="8203" y="3585"/>
                    <a:pt x="8108" y="3585"/>
                  </a:cubicBezTo>
                  <a:cubicBezTo>
                    <a:pt x="8025" y="3585"/>
                    <a:pt x="7930" y="3549"/>
                    <a:pt x="7858" y="3477"/>
                  </a:cubicBezTo>
                  <a:lnTo>
                    <a:pt x="7727" y="3346"/>
                  </a:lnTo>
                  <a:cubicBezTo>
                    <a:pt x="7739" y="3299"/>
                    <a:pt x="7751" y="3251"/>
                    <a:pt x="7751" y="3192"/>
                  </a:cubicBezTo>
                  <a:close/>
                  <a:moveTo>
                    <a:pt x="3691" y="3418"/>
                  </a:moveTo>
                  <a:cubicBezTo>
                    <a:pt x="3750" y="3537"/>
                    <a:pt x="3870" y="3644"/>
                    <a:pt x="4001" y="3668"/>
                  </a:cubicBezTo>
                  <a:lnTo>
                    <a:pt x="4584" y="3835"/>
                  </a:lnTo>
                  <a:cubicBezTo>
                    <a:pt x="4727" y="3882"/>
                    <a:pt x="4834" y="4013"/>
                    <a:pt x="4834" y="4180"/>
                  </a:cubicBezTo>
                  <a:lnTo>
                    <a:pt x="4834" y="5680"/>
                  </a:lnTo>
                  <a:cubicBezTo>
                    <a:pt x="4834" y="5871"/>
                    <a:pt x="4667" y="6037"/>
                    <a:pt x="4477" y="6037"/>
                  </a:cubicBezTo>
                  <a:lnTo>
                    <a:pt x="4477" y="4811"/>
                  </a:lnTo>
                  <a:cubicBezTo>
                    <a:pt x="4477" y="4549"/>
                    <a:pt x="4239" y="4311"/>
                    <a:pt x="3977" y="4311"/>
                  </a:cubicBezTo>
                  <a:lnTo>
                    <a:pt x="2584" y="4311"/>
                  </a:lnTo>
                  <a:cubicBezTo>
                    <a:pt x="2310" y="4311"/>
                    <a:pt x="2084" y="4537"/>
                    <a:pt x="2084" y="4811"/>
                  </a:cubicBezTo>
                  <a:lnTo>
                    <a:pt x="2084" y="6037"/>
                  </a:lnTo>
                  <a:lnTo>
                    <a:pt x="2072" y="6037"/>
                  </a:lnTo>
                  <a:cubicBezTo>
                    <a:pt x="1869" y="6037"/>
                    <a:pt x="1715" y="5871"/>
                    <a:pt x="1715" y="5680"/>
                  </a:cubicBezTo>
                  <a:lnTo>
                    <a:pt x="1715" y="4180"/>
                  </a:lnTo>
                  <a:cubicBezTo>
                    <a:pt x="1715" y="4013"/>
                    <a:pt x="1810" y="3882"/>
                    <a:pt x="1965" y="3835"/>
                  </a:cubicBezTo>
                  <a:lnTo>
                    <a:pt x="2548" y="3668"/>
                  </a:lnTo>
                  <a:cubicBezTo>
                    <a:pt x="2679" y="3620"/>
                    <a:pt x="2798" y="3537"/>
                    <a:pt x="2858" y="3418"/>
                  </a:cubicBezTo>
                  <a:cubicBezTo>
                    <a:pt x="2988" y="3430"/>
                    <a:pt x="3119" y="3430"/>
                    <a:pt x="3274" y="3430"/>
                  </a:cubicBezTo>
                  <a:cubicBezTo>
                    <a:pt x="3417" y="3430"/>
                    <a:pt x="3560" y="3418"/>
                    <a:pt x="3691" y="3418"/>
                  </a:cubicBezTo>
                  <a:close/>
                  <a:moveTo>
                    <a:pt x="8668" y="3608"/>
                  </a:moveTo>
                  <a:cubicBezTo>
                    <a:pt x="8715" y="3644"/>
                    <a:pt x="8763" y="3656"/>
                    <a:pt x="8811" y="3668"/>
                  </a:cubicBezTo>
                  <a:lnTo>
                    <a:pt x="9382" y="3835"/>
                  </a:lnTo>
                  <a:cubicBezTo>
                    <a:pt x="9537" y="3882"/>
                    <a:pt x="9644" y="4013"/>
                    <a:pt x="9644" y="4180"/>
                  </a:cubicBezTo>
                  <a:lnTo>
                    <a:pt x="9644" y="5680"/>
                  </a:lnTo>
                  <a:cubicBezTo>
                    <a:pt x="9644" y="5871"/>
                    <a:pt x="9477" y="6037"/>
                    <a:pt x="9287" y="6037"/>
                  </a:cubicBezTo>
                  <a:lnTo>
                    <a:pt x="8584" y="6037"/>
                  </a:lnTo>
                  <a:lnTo>
                    <a:pt x="8584" y="6025"/>
                  </a:lnTo>
                  <a:lnTo>
                    <a:pt x="8584" y="5668"/>
                  </a:lnTo>
                  <a:lnTo>
                    <a:pt x="9120" y="5668"/>
                  </a:lnTo>
                  <a:cubicBezTo>
                    <a:pt x="9204" y="5668"/>
                    <a:pt x="9287" y="5597"/>
                    <a:pt x="9287" y="5502"/>
                  </a:cubicBezTo>
                  <a:lnTo>
                    <a:pt x="9287" y="4466"/>
                  </a:lnTo>
                  <a:cubicBezTo>
                    <a:pt x="9287" y="4370"/>
                    <a:pt x="9204" y="4299"/>
                    <a:pt x="9120" y="4299"/>
                  </a:cubicBezTo>
                  <a:cubicBezTo>
                    <a:pt x="9025" y="4299"/>
                    <a:pt x="8954" y="4370"/>
                    <a:pt x="8954" y="4466"/>
                  </a:cubicBezTo>
                  <a:lnTo>
                    <a:pt x="8954" y="5335"/>
                  </a:lnTo>
                  <a:lnTo>
                    <a:pt x="8584" y="5335"/>
                  </a:lnTo>
                  <a:lnTo>
                    <a:pt x="8584" y="4644"/>
                  </a:lnTo>
                  <a:cubicBezTo>
                    <a:pt x="8584" y="4466"/>
                    <a:pt x="8430" y="4311"/>
                    <a:pt x="8251" y="4311"/>
                  </a:cubicBezTo>
                  <a:lnTo>
                    <a:pt x="6513" y="4311"/>
                  </a:lnTo>
                  <a:lnTo>
                    <a:pt x="6513" y="4180"/>
                  </a:lnTo>
                  <a:lnTo>
                    <a:pt x="6548" y="4180"/>
                  </a:lnTo>
                  <a:cubicBezTo>
                    <a:pt x="6548" y="4013"/>
                    <a:pt x="6644" y="3882"/>
                    <a:pt x="6798" y="3835"/>
                  </a:cubicBezTo>
                  <a:lnTo>
                    <a:pt x="7382" y="3668"/>
                  </a:lnTo>
                  <a:cubicBezTo>
                    <a:pt x="7418" y="3656"/>
                    <a:pt x="7477" y="3644"/>
                    <a:pt x="7513" y="3608"/>
                  </a:cubicBezTo>
                  <a:lnTo>
                    <a:pt x="7620" y="3716"/>
                  </a:lnTo>
                  <a:cubicBezTo>
                    <a:pt x="7751" y="3847"/>
                    <a:pt x="7918" y="3906"/>
                    <a:pt x="8096" y="3906"/>
                  </a:cubicBezTo>
                  <a:cubicBezTo>
                    <a:pt x="8275" y="3906"/>
                    <a:pt x="8453" y="3835"/>
                    <a:pt x="8573" y="3716"/>
                  </a:cubicBezTo>
                  <a:lnTo>
                    <a:pt x="8668" y="3608"/>
                  </a:lnTo>
                  <a:close/>
                  <a:moveTo>
                    <a:pt x="8287" y="4644"/>
                  </a:moveTo>
                  <a:cubicBezTo>
                    <a:pt x="8287" y="4644"/>
                    <a:pt x="8299" y="4644"/>
                    <a:pt x="8299" y="4656"/>
                  </a:cubicBezTo>
                  <a:lnTo>
                    <a:pt x="8299" y="6037"/>
                  </a:lnTo>
                  <a:cubicBezTo>
                    <a:pt x="8299" y="6037"/>
                    <a:pt x="8299" y="6049"/>
                    <a:pt x="8287" y="6049"/>
                  </a:cubicBezTo>
                  <a:lnTo>
                    <a:pt x="6215" y="6049"/>
                  </a:lnTo>
                  <a:cubicBezTo>
                    <a:pt x="6215" y="6049"/>
                    <a:pt x="6203" y="6049"/>
                    <a:pt x="6203" y="6037"/>
                  </a:cubicBezTo>
                  <a:lnTo>
                    <a:pt x="6203" y="4656"/>
                  </a:lnTo>
                  <a:lnTo>
                    <a:pt x="8287" y="4644"/>
                  </a:lnTo>
                  <a:close/>
                  <a:moveTo>
                    <a:pt x="2084" y="6371"/>
                  </a:moveTo>
                  <a:lnTo>
                    <a:pt x="2084" y="6740"/>
                  </a:lnTo>
                  <a:lnTo>
                    <a:pt x="679" y="6740"/>
                  </a:lnTo>
                  <a:lnTo>
                    <a:pt x="679" y="6371"/>
                  </a:lnTo>
                  <a:close/>
                  <a:moveTo>
                    <a:pt x="10382" y="6371"/>
                  </a:moveTo>
                  <a:lnTo>
                    <a:pt x="10382" y="6740"/>
                  </a:lnTo>
                  <a:lnTo>
                    <a:pt x="4477" y="6740"/>
                  </a:lnTo>
                  <a:lnTo>
                    <a:pt x="4477" y="6371"/>
                  </a:lnTo>
                  <a:close/>
                  <a:moveTo>
                    <a:pt x="3953" y="4644"/>
                  </a:moveTo>
                  <a:cubicBezTo>
                    <a:pt x="4060" y="4644"/>
                    <a:pt x="4131" y="4728"/>
                    <a:pt x="4131" y="4823"/>
                  </a:cubicBezTo>
                  <a:lnTo>
                    <a:pt x="4131" y="7085"/>
                  </a:lnTo>
                  <a:lnTo>
                    <a:pt x="2393" y="7085"/>
                  </a:lnTo>
                  <a:lnTo>
                    <a:pt x="2393" y="4823"/>
                  </a:lnTo>
                  <a:cubicBezTo>
                    <a:pt x="2393" y="4716"/>
                    <a:pt x="2488" y="4644"/>
                    <a:pt x="2572" y="4644"/>
                  </a:cubicBezTo>
                  <a:close/>
                  <a:moveTo>
                    <a:pt x="3274" y="1"/>
                  </a:moveTo>
                  <a:cubicBezTo>
                    <a:pt x="2548" y="1"/>
                    <a:pt x="1965" y="596"/>
                    <a:pt x="1905" y="1370"/>
                  </a:cubicBezTo>
                  <a:cubicBezTo>
                    <a:pt x="1869" y="1692"/>
                    <a:pt x="1774" y="2346"/>
                    <a:pt x="1631" y="2751"/>
                  </a:cubicBezTo>
                  <a:cubicBezTo>
                    <a:pt x="1607" y="2835"/>
                    <a:pt x="1607" y="2930"/>
                    <a:pt x="1655" y="3001"/>
                  </a:cubicBezTo>
                  <a:cubicBezTo>
                    <a:pt x="1691" y="3073"/>
                    <a:pt x="1750" y="3156"/>
                    <a:pt x="1845" y="3180"/>
                  </a:cubicBezTo>
                  <a:cubicBezTo>
                    <a:pt x="1988" y="3227"/>
                    <a:pt x="2215" y="3299"/>
                    <a:pt x="2488" y="3358"/>
                  </a:cubicBezTo>
                  <a:lnTo>
                    <a:pt x="2465" y="3358"/>
                  </a:lnTo>
                  <a:lnTo>
                    <a:pt x="1893" y="3525"/>
                  </a:lnTo>
                  <a:cubicBezTo>
                    <a:pt x="1595" y="3608"/>
                    <a:pt x="1393" y="3882"/>
                    <a:pt x="1393" y="4180"/>
                  </a:cubicBezTo>
                  <a:lnTo>
                    <a:pt x="1393" y="5680"/>
                  </a:lnTo>
                  <a:cubicBezTo>
                    <a:pt x="1393" y="5811"/>
                    <a:pt x="1429" y="5930"/>
                    <a:pt x="1500" y="6037"/>
                  </a:cubicBezTo>
                  <a:lnTo>
                    <a:pt x="167" y="6037"/>
                  </a:lnTo>
                  <a:cubicBezTo>
                    <a:pt x="71" y="6037"/>
                    <a:pt x="0" y="6109"/>
                    <a:pt x="0" y="6204"/>
                  </a:cubicBezTo>
                  <a:cubicBezTo>
                    <a:pt x="0" y="6287"/>
                    <a:pt x="71" y="6371"/>
                    <a:pt x="167" y="6371"/>
                  </a:cubicBezTo>
                  <a:lnTo>
                    <a:pt x="345" y="6371"/>
                  </a:lnTo>
                  <a:lnTo>
                    <a:pt x="345" y="7930"/>
                  </a:lnTo>
                  <a:cubicBezTo>
                    <a:pt x="345" y="8014"/>
                    <a:pt x="417" y="8097"/>
                    <a:pt x="500" y="8097"/>
                  </a:cubicBezTo>
                  <a:cubicBezTo>
                    <a:pt x="595" y="8097"/>
                    <a:pt x="667" y="8014"/>
                    <a:pt x="667" y="7930"/>
                  </a:cubicBezTo>
                  <a:lnTo>
                    <a:pt x="667" y="7049"/>
                  </a:lnTo>
                  <a:lnTo>
                    <a:pt x="2072" y="7049"/>
                  </a:lnTo>
                  <a:lnTo>
                    <a:pt x="2072" y="7930"/>
                  </a:lnTo>
                  <a:cubicBezTo>
                    <a:pt x="2072" y="8014"/>
                    <a:pt x="2143" y="8097"/>
                    <a:pt x="2226" y="8097"/>
                  </a:cubicBezTo>
                  <a:cubicBezTo>
                    <a:pt x="2322" y="8097"/>
                    <a:pt x="2393" y="8014"/>
                    <a:pt x="2393" y="7930"/>
                  </a:cubicBezTo>
                  <a:lnTo>
                    <a:pt x="2393" y="7395"/>
                  </a:lnTo>
                  <a:lnTo>
                    <a:pt x="4155" y="7395"/>
                  </a:lnTo>
                  <a:lnTo>
                    <a:pt x="4155" y="7930"/>
                  </a:lnTo>
                  <a:cubicBezTo>
                    <a:pt x="4155" y="8014"/>
                    <a:pt x="4227" y="8097"/>
                    <a:pt x="4310" y="8097"/>
                  </a:cubicBezTo>
                  <a:cubicBezTo>
                    <a:pt x="4405" y="8097"/>
                    <a:pt x="4477" y="8014"/>
                    <a:pt x="4477" y="7930"/>
                  </a:cubicBezTo>
                  <a:lnTo>
                    <a:pt x="4477" y="7049"/>
                  </a:lnTo>
                  <a:lnTo>
                    <a:pt x="10370" y="7049"/>
                  </a:lnTo>
                  <a:lnTo>
                    <a:pt x="10370" y="7930"/>
                  </a:lnTo>
                  <a:cubicBezTo>
                    <a:pt x="10370" y="8014"/>
                    <a:pt x="10442" y="8097"/>
                    <a:pt x="10537" y="8097"/>
                  </a:cubicBezTo>
                  <a:cubicBezTo>
                    <a:pt x="10620" y="8097"/>
                    <a:pt x="10704" y="8014"/>
                    <a:pt x="10704" y="7930"/>
                  </a:cubicBezTo>
                  <a:lnTo>
                    <a:pt x="10704" y="6371"/>
                  </a:lnTo>
                  <a:lnTo>
                    <a:pt x="10882" y="6371"/>
                  </a:lnTo>
                  <a:cubicBezTo>
                    <a:pt x="10966" y="6371"/>
                    <a:pt x="11037" y="6287"/>
                    <a:pt x="11037" y="6204"/>
                  </a:cubicBezTo>
                  <a:cubicBezTo>
                    <a:pt x="11037" y="6109"/>
                    <a:pt x="10966" y="6037"/>
                    <a:pt x="10882" y="6037"/>
                  </a:cubicBezTo>
                  <a:lnTo>
                    <a:pt x="9894" y="6037"/>
                  </a:lnTo>
                  <a:cubicBezTo>
                    <a:pt x="9954" y="5930"/>
                    <a:pt x="10001" y="5811"/>
                    <a:pt x="10001" y="5680"/>
                  </a:cubicBezTo>
                  <a:lnTo>
                    <a:pt x="10001" y="4180"/>
                  </a:lnTo>
                  <a:cubicBezTo>
                    <a:pt x="10001" y="3882"/>
                    <a:pt x="9787" y="3608"/>
                    <a:pt x="9501" y="3525"/>
                  </a:cubicBezTo>
                  <a:lnTo>
                    <a:pt x="8930" y="3358"/>
                  </a:lnTo>
                  <a:cubicBezTo>
                    <a:pt x="8858" y="3335"/>
                    <a:pt x="8799" y="3275"/>
                    <a:pt x="8799" y="3180"/>
                  </a:cubicBezTo>
                  <a:lnTo>
                    <a:pt x="8799" y="3049"/>
                  </a:lnTo>
                  <a:cubicBezTo>
                    <a:pt x="8858" y="3001"/>
                    <a:pt x="8894" y="2977"/>
                    <a:pt x="8942" y="2918"/>
                  </a:cubicBezTo>
                  <a:cubicBezTo>
                    <a:pt x="9180" y="2692"/>
                    <a:pt x="9299" y="2382"/>
                    <a:pt x="9299" y="2049"/>
                  </a:cubicBezTo>
                  <a:lnTo>
                    <a:pt x="9299" y="1739"/>
                  </a:lnTo>
                  <a:lnTo>
                    <a:pt x="9358" y="1608"/>
                  </a:lnTo>
                  <a:cubicBezTo>
                    <a:pt x="9430" y="1453"/>
                    <a:pt x="9465" y="1311"/>
                    <a:pt x="9465" y="1144"/>
                  </a:cubicBezTo>
                  <a:lnTo>
                    <a:pt x="9465" y="310"/>
                  </a:lnTo>
                  <a:cubicBezTo>
                    <a:pt x="9465" y="215"/>
                    <a:pt x="9382" y="144"/>
                    <a:pt x="9299" y="144"/>
                  </a:cubicBezTo>
                  <a:lnTo>
                    <a:pt x="7739" y="144"/>
                  </a:lnTo>
                  <a:cubicBezTo>
                    <a:pt x="7168" y="144"/>
                    <a:pt x="6703" y="608"/>
                    <a:pt x="6703" y="1168"/>
                  </a:cubicBezTo>
                  <a:lnTo>
                    <a:pt x="6703" y="1191"/>
                  </a:lnTo>
                  <a:cubicBezTo>
                    <a:pt x="6703" y="1322"/>
                    <a:pt x="6739" y="1453"/>
                    <a:pt x="6798" y="1572"/>
                  </a:cubicBezTo>
                  <a:lnTo>
                    <a:pt x="6894" y="1739"/>
                  </a:lnTo>
                  <a:lnTo>
                    <a:pt x="6894" y="2001"/>
                  </a:lnTo>
                  <a:cubicBezTo>
                    <a:pt x="6894" y="2418"/>
                    <a:pt x="7096" y="2799"/>
                    <a:pt x="7406" y="3037"/>
                  </a:cubicBezTo>
                  <a:lnTo>
                    <a:pt x="7406" y="3180"/>
                  </a:lnTo>
                  <a:cubicBezTo>
                    <a:pt x="7406" y="3251"/>
                    <a:pt x="7346" y="3335"/>
                    <a:pt x="7275" y="3358"/>
                  </a:cubicBezTo>
                  <a:lnTo>
                    <a:pt x="6691" y="3525"/>
                  </a:lnTo>
                  <a:cubicBezTo>
                    <a:pt x="6394" y="3608"/>
                    <a:pt x="6203" y="3882"/>
                    <a:pt x="6203" y="4180"/>
                  </a:cubicBezTo>
                  <a:lnTo>
                    <a:pt x="6203" y="4311"/>
                  </a:lnTo>
                  <a:lnTo>
                    <a:pt x="6191" y="4311"/>
                  </a:lnTo>
                  <a:cubicBezTo>
                    <a:pt x="6013" y="4311"/>
                    <a:pt x="5858" y="4466"/>
                    <a:pt x="5858" y="4644"/>
                  </a:cubicBezTo>
                  <a:lnTo>
                    <a:pt x="5858" y="6025"/>
                  </a:lnTo>
                  <a:lnTo>
                    <a:pt x="5858" y="6037"/>
                  </a:lnTo>
                  <a:lnTo>
                    <a:pt x="5048" y="6037"/>
                  </a:lnTo>
                  <a:cubicBezTo>
                    <a:pt x="5108" y="5930"/>
                    <a:pt x="5144" y="5811"/>
                    <a:pt x="5144" y="5680"/>
                  </a:cubicBezTo>
                  <a:lnTo>
                    <a:pt x="5144" y="4180"/>
                  </a:lnTo>
                  <a:cubicBezTo>
                    <a:pt x="5144" y="3882"/>
                    <a:pt x="4941" y="3608"/>
                    <a:pt x="4655" y="3525"/>
                  </a:cubicBezTo>
                  <a:lnTo>
                    <a:pt x="4072" y="3358"/>
                  </a:lnTo>
                  <a:lnTo>
                    <a:pt x="4060" y="3358"/>
                  </a:lnTo>
                  <a:cubicBezTo>
                    <a:pt x="4346" y="3299"/>
                    <a:pt x="4560" y="3239"/>
                    <a:pt x="4703" y="3180"/>
                  </a:cubicBezTo>
                  <a:cubicBezTo>
                    <a:pt x="4786" y="3156"/>
                    <a:pt x="4846" y="3096"/>
                    <a:pt x="4893" y="3001"/>
                  </a:cubicBezTo>
                  <a:cubicBezTo>
                    <a:pt x="4941" y="2930"/>
                    <a:pt x="4941" y="2835"/>
                    <a:pt x="4905" y="2751"/>
                  </a:cubicBezTo>
                  <a:cubicBezTo>
                    <a:pt x="4763" y="2358"/>
                    <a:pt x="4655" y="1692"/>
                    <a:pt x="4643" y="1370"/>
                  </a:cubicBezTo>
                  <a:cubicBezTo>
                    <a:pt x="4584" y="572"/>
                    <a:pt x="4001" y="1"/>
                    <a:pt x="327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6530;p95">
              <a:extLst>
                <a:ext uri="{FF2B5EF4-FFF2-40B4-BE49-F238E27FC236}">
                  <a16:creationId xmlns:a16="http://schemas.microsoft.com/office/drawing/2014/main" id="{F786D0FD-115A-972F-0F89-2AFCBE3E646E}"/>
                </a:ext>
              </a:extLst>
            </p:cNvPr>
            <p:cNvSpPr/>
            <p:nvPr/>
          </p:nvSpPr>
          <p:spPr>
            <a:xfrm>
              <a:off x="1611228" y="2679979"/>
              <a:ext cx="12250" cy="12708"/>
            </a:xfrm>
            <a:custGeom>
              <a:avLst/>
              <a:gdLst/>
              <a:ahLst/>
              <a:cxnLst/>
              <a:rect l="l" t="t" r="r" b="b"/>
              <a:pathLst>
                <a:path w="322" h="334" extrusionOk="0">
                  <a:moveTo>
                    <a:pt x="167" y="0"/>
                  </a:moveTo>
                  <a:cubicBezTo>
                    <a:pt x="72" y="0"/>
                    <a:pt x="0" y="83"/>
                    <a:pt x="0" y="167"/>
                  </a:cubicBezTo>
                  <a:cubicBezTo>
                    <a:pt x="0" y="262"/>
                    <a:pt x="72" y="334"/>
                    <a:pt x="167" y="334"/>
                  </a:cubicBezTo>
                  <a:cubicBezTo>
                    <a:pt x="250" y="334"/>
                    <a:pt x="322" y="262"/>
                    <a:pt x="322" y="167"/>
                  </a:cubicBezTo>
                  <a:cubicBezTo>
                    <a:pt x="322" y="83"/>
                    <a:pt x="250" y="0"/>
                    <a:pt x="16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" name="Google Shape;14051;p91">
            <a:extLst>
              <a:ext uri="{FF2B5EF4-FFF2-40B4-BE49-F238E27FC236}">
                <a16:creationId xmlns:a16="http://schemas.microsoft.com/office/drawing/2014/main" id="{CA0F7C13-C57C-97F2-569C-7A5CBAAE0241}"/>
              </a:ext>
            </a:extLst>
          </p:cNvPr>
          <p:cNvGrpSpPr/>
          <p:nvPr/>
        </p:nvGrpSpPr>
        <p:grpSpPr>
          <a:xfrm>
            <a:off x="1619089" y="1789336"/>
            <a:ext cx="612995" cy="621935"/>
            <a:chOff x="870939" y="2439293"/>
            <a:chExt cx="331993" cy="331993"/>
          </a:xfrm>
        </p:grpSpPr>
        <p:sp>
          <p:nvSpPr>
            <p:cNvPr id="11" name="Google Shape;14052;p91">
              <a:extLst>
                <a:ext uri="{FF2B5EF4-FFF2-40B4-BE49-F238E27FC236}">
                  <a16:creationId xmlns:a16="http://schemas.microsoft.com/office/drawing/2014/main" id="{816E1511-F82A-FB22-FED9-B209E427A0BC}"/>
                </a:ext>
              </a:extLst>
            </p:cNvPr>
            <p:cNvSpPr/>
            <p:nvPr/>
          </p:nvSpPr>
          <p:spPr>
            <a:xfrm>
              <a:off x="870939" y="2439293"/>
              <a:ext cx="331993" cy="331993"/>
            </a:xfrm>
            <a:custGeom>
              <a:avLst/>
              <a:gdLst/>
              <a:ahLst/>
              <a:cxnLst/>
              <a:rect l="l" t="t" r="r" b="b"/>
              <a:pathLst>
                <a:path w="10431" h="10431" extrusionOk="0">
                  <a:moveTo>
                    <a:pt x="9490" y="298"/>
                  </a:moveTo>
                  <a:cubicBezTo>
                    <a:pt x="9835" y="298"/>
                    <a:pt x="10121" y="584"/>
                    <a:pt x="10121" y="917"/>
                  </a:cubicBezTo>
                  <a:lnTo>
                    <a:pt x="10121" y="9513"/>
                  </a:lnTo>
                  <a:cubicBezTo>
                    <a:pt x="10121" y="9847"/>
                    <a:pt x="9835" y="10132"/>
                    <a:pt x="9490" y="10132"/>
                  </a:cubicBezTo>
                  <a:lnTo>
                    <a:pt x="7037" y="10132"/>
                  </a:lnTo>
                  <a:lnTo>
                    <a:pt x="7037" y="9156"/>
                  </a:lnTo>
                  <a:cubicBezTo>
                    <a:pt x="7037" y="9055"/>
                    <a:pt x="6960" y="9004"/>
                    <a:pt x="6883" y="9004"/>
                  </a:cubicBezTo>
                  <a:cubicBezTo>
                    <a:pt x="6805" y="9004"/>
                    <a:pt x="6728" y="9055"/>
                    <a:pt x="6728" y="9156"/>
                  </a:cubicBezTo>
                  <a:lnTo>
                    <a:pt x="6728" y="10132"/>
                  </a:lnTo>
                  <a:lnTo>
                    <a:pt x="3644" y="10132"/>
                  </a:lnTo>
                  <a:lnTo>
                    <a:pt x="3644" y="298"/>
                  </a:lnTo>
                  <a:lnTo>
                    <a:pt x="6728" y="298"/>
                  </a:lnTo>
                  <a:lnTo>
                    <a:pt x="6728" y="8347"/>
                  </a:lnTo>
                  <a:cubicBezTo>
                    <a:pt x="6728" y="8442"/>
                    <a:pt x="6805" y="8489"/>
                    <a:pt x="6883" y="8489"/>
                  </a:cubicBezTo>
                  <a:cubicBezTo>
                    <a:pt x="6960" y="8489"/>
                    <a:pt x="7037" y="8442"/>
                    <a:pt x="7037" y="8347"/>
                  </a:cubicBezTo>
                  <a:lnTo>
                    <a:pt x="7037" y="298"/>
                  </a:lnTo>
                  <a:close/>
                  <a:moveTo>
                    <a:pt x="918" y="0"/>
                  </a:moveTo>
                  <a:cubicBezTo>
                    <a:pt x="417" y="0"/>
                    <a:pt x="1" y="417"/>
                    <a:pt x="1" y="917"/>
                  </a:cubicBezTo>
                  <a:lnTo>
                    <a:pt x="1" y="2096"/>
                  </a:lnTo>
                  <a:cubicBezTo>
                    <a:pt x="1" y="2191"/>
                    <a:pt x="78" y="2239"/>
                    <a:pt x="156" y="2239"/>
                  </a:cubicBezTo>
                  <a:cubicBezTo>
                    <a:pt x="233" y="2239"/>
                    <a:pt x="310" y="2191"/>
                    <a:pt x="310" y="2096"/>
                  </a:cubicBezTo>
                  <a:lnTo>
                    <a:pt x="310" y="917"/>
                  </a:lnTo>
                  <a:cubicBezTo>
                    <a:pt x="310" y="584"/>
                    <a:pt x="596" y="298"/>
                    <a:pt x="941" y="298"/>
                  </a:cubicBezTo>
                  <a:lnTo>
                    <a:pt x="3394" y="298"/>
                  </a:lnTo>
                  <a:lnTo>
                    <a:pt x="3394" y="10132"/>
                  </a:lnTo>
                  <a:lnTo>
                    <a:pt x="941" y="10132"/>
                  </a:lnTo>
                  <a:cubicBezTo>
                    <a:pt x="596" y="10132"/>
                    <a:pt x="310" y="9847"/>
                    <a:pt x="310" y="9513"/>
                  </a:cubicBezTo>
                  <a:lnTo>
                    <a:pt x="310" y="2965"/>
                  </a:lnTo>
                  <a:cubicBezTo>
                    <a:pt x="310" y="2864"/>
                    <a:pt x="233" y="2813"/>
                    <a:pt x="156" y="2813"/>
                  </a:cubicBezTo>
                  <a:cubicBezTo>
                    <a:pt x="78" y="2813"/>
                    <a:pt x="1" y="2864"/>
                    <a:pt x="1" y="2965"/>
                  </a:cubicBezTo>
                  <a:lnTo>
                    <a:pt x="1" y="9513"/>
                  </a:lnTo>
                  <a:cubicBezTo>
                    <a:pt x="1" y="10013"/>
                    <a:pt x="417" y="10430"/>
                    <a:pt x="918" y="10430"/>
                  </a:cubicBezTo>
                  <a:lnTo>
                    <a:pt x="9514" y="10430"/>
                  </a:lnTo>
                  <a:cubicBezTo>
                    <a:pt x="10014" y="10430"/>
                    <a:pt x="10431" y="10013"/>
                    <a:pt x="10431" y="9513"/>
                  </a:cubicBezTo>
                  <a:lnTo>
                    <a:pt x="10431" y="917"/>
                  </a:lnTo>
                  <a:cubicBezTo>
                    <a:pt x="10431" y="417"/>
                    <a:pt x="10014" y="0"/>
                    <a:pt x="951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4053;p91">
              <a:extLst>
                <a:ext uri="{FF2B5EF4-FFF2-40B4-BE49-F238E27FC236}">
                  <a16:creationId xmlns:a16="http://schemas.microsoft.com/office/drawing/2014/main" id="{BBD2CDE6-3590-4E0E-6B24-91701049A9CA}"/>
                </a:ext>
              </a:extLst>
            </p:cNvPr>
            <p:cNvSpPr/>
            <p:nvPr/>
          </p:nvSpPr>
          <p:spPr>
            <a:xfrm>
              <a:off x="908463" y="2696969"/>
              <a:ext cx="41726" cy="41726"/>
            </a:xfrm>
            <a:custGeom>
              <a:avLst/>
              <a:gdLst/>
              <a:ahLst/>
              <a:cxnLst/>
              <a:rect l="l" t="t" r="r" b="b"/>
              <a:pathLst>
                <a:path w="1311" h="1311" extrusionOk="0">
                  <a:moveTo>
                    <a:pt x="673" y="309"/>
                  </a:moveTo>
                  <a:cubicBezTo>
                    <a:pt x="844" y="309"/>
                    <a:pt x="989" y="471"/>
                    <a:pt x="989" y="655"/>
                  </a:cubicBezTo>
                  <a:cubicBezTo>
                    <a:pt x="989" y="846"/>
                    <a:pt x="846" y="1001"/>
                    <a:pt x="655" y="1001"/>
                  </a:cubicBezTo>
                  <a:cubicBezTo>
                    <a:pt x="453" y="1001"/>
                    <a:pt x="310" y="846"/>
                    <a:pt x="310" y="655"/>
                  </a:cubicBezTo>
                  <a:cubicBezTo>
                    <a:pt x="310" y="465"/>
                    <a:pt x="453" y="310"/>
                    <a:pt x="655" y="310"/>
                  </a:cubicBezTo>
                  <a:cubicBezTo>
                    <a:pt x="661" y="310"/>
                    <a:pt x="667" y="309"/>
                    <a:pt x="673" y="309"/>
                  </a:cubicBezTo>
                  <a:close/>
                  <a:moveTo>
                    <a:pt x="655" y="0"/>
                  </a:moveTo>
                  <a:cubicBezTo>
                    <a:pt x="274" y="0"/>
                    <a:pt x="0" y="286"/>
                    <a:pt x="0" y="655"/>
                  </a:cubicBezTo>
                  <a:cubicBezTo>
                    <a:pt x="0" y="1012"/>
                    <a:pt x="298" y="1310"/>
                    <a:pt x="655" y="1310"/>
                  </a:cubicBezTo>
                  <a:cubicBezTo>
                    <a:pt x="1012" y="1310"/>
                    <a:pt x="1310" y="1012"/>
                    <a:pt x="1310" y="655"/>
                  </a:cubicBezTo>
                  <a:cubicBezTo>
                    <a:pt x="1310" y="298"/>
                    <a:pt x="1012" y="0"/>
                    <a:pt x="65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4054;p91">
              <a:extLst>
                <a:ext uri="{FF2B5EF4-FFF2-40B4-BE49-F238E27FC236}">
                  <a16:creationId xmlns:a16="http://schemas.microsoft.com/office/drawing/2014/main" id="{F85B2F49-C4AC-4A52-1AD4-12417A7823F7}"/>
                </a:ext>
              </a:extLst>
            </p:cNvPr>
            <p:cNvSpPr/>
            <p:nvPr/>
          </p:nvSpPr>
          <p:spPr>
            <a:xfrm>
              <a:off x="1015690" y="2696969"/>
              <a:ext cx="41726" cy="41726"/>
            </a:xfrm>
            <a:custGeom>
              <a:avLst/>
              <a:gdLst/>
              <a:ahLst/>
              <a:cxnLst/>
              <a:rect l="l" t="t" r="r" b="b"/>
              <a:pathLst>
                <a:path w="1311" h="1311" extrusionOk="0">
                  <a:moveTo>
                    <a:pt x="656" y="310"/>
                  </a:moveTo>
                  <a:cubicBezTo>
                    <a:pt x="858" y="310"/>
                    <a:pt x="1001" y="465"/>
                    <a:pt x="1001" y="655"/>
                  </a:cubicBezTo>
                  <a:cubicBezTo>
                    <a:pt x="1001" y="846"/>
                    <a:pt x="858" y="1001"/>
                    <a:pt x="656" y="1001"/>
                  </a:cubicBezTo>
                  <a:cubicBezTo>
                    <a:pt x="465" y="1001"/>
                    <a:pt x="322" y="846"/>
                    <a:pt x="322" y="655"/>
                  </a:cubicBezTo>
                  <a:cubicBezTo>
                    <a:pt x="322" y="465"/>
                    <a:pt x="465" y="310"/>
                    <a:pt x="656" y="310"/>
                  </a:cubicBezTo>
                  <a:close/>
                  <a:moveTo>
                    <a:pt x="656" y="0"/>
                  </a:moveTo>
                  <a:cubicBezTo>
                    <a:pt x="299" y="0"/>
                    <a:pt x="1" y="298"/>
                    <a:pt x="1" y="655"/>
                  </a:cubicBezTo>
                  <a:cubicBezTo>
                    <a:pt x="1" y="1012"/>
                    <a:pt x="299" y="1310"/>
                    <a:pt x="656" y="1310"/>
                  </a:cubicBezTo>
                  <a:cubicBezTo>
                    <a:pt x="1013" y="1310"/>
                    <a:pt x="1311" y="1012"/>
                    <a:pt x="1311" y="655"/>
                  </a:cubicBezTo>
                  <a:cubicBezTo>
                    <a:pt x="1311" y="298"/>
                    <a:pt x="1013" y="0"/>
                    <a:pt x="65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055;p91">
              <a:extLst>
                <a:ext uri="{FF2B5EF4-FFF2-40B4-BE49-F238E27FC236}">
                  <a16:creationId xmlns:a16="http://schemas.microsoft.com/office/drawing/2014/main" id="{1718C0BB-4C8C-F6A2-2F97-5E979D1CD7A8}"/>
                </a:ext>
              </a:extLst>
            </p:cNvPr>
            <p:cNvSpPr/>
            <p:nvPr/>
          </p:nvSpPr>
          <p:spPr>
            <a:xfrm>
              <a:off x="1122567" y="2696969"/>
              <a:ext cx="41726" cy="41726"/>
            </a:xfrm>
            <a:custGeom>
              <a:avLst/>
              <a:gdLst/>
              <a:ahLst/>
              <a:cxnLst/>
              <a:rect l="l" t="t" r="r" b="b"/>
              <a:pathLst>
                <a:path w="1311" h="1311" extrusionOk="0">
                  <a:moveTo>
                    <a:pt x="655" y="310"/>
                  </a:moveTo>
                  <a:cubicBezTo>
                    <a:pt x="846" y="310"/>
                    <a:pt x="989" y="465"/>
                    <a:pt x="989" y="655"/>
                  </a:cubicBezTo>
                  <a:cubicBezTo>
                    <a:pt x="989" y="846"/>
                    <a:pt x="846" y="1001"/>
                    <a:pt x="655" y="1001"/>
                  </a:cubicBezTo>
                  <a:cubicBezTo>
                    <a:pt x="453" y="1001"/>
                    <a:pt x="310" y="846"/>
                    <a:pt x="310" y="655"/>
                  </a:cubicBezTo>
                  <a:cubicBezTo>
                    <a:pt x="310" y="465"/>
                    <a:pt x="453" y="310"/>
                    <a:pt x="655" y="310"/>
                  </a:cubicBezTo>
                  <a:close/>
                  <a:moveTo>
                    <a:pt x="655" y="0"/>
                  </a:moveTo>
                  <a:cubicBezTo>
                    <a:pt x="298" y="0"/>
                    <a:pt x="0" y="298"/>
                    <a:pt x="0" y="655"/>
                  </a:cubicBezTo>
                  <a:cubicBezTo>
                    <a:pt x="0" y="1012"/>
                    <a:pt x="298" y="1310"/>
                    <a:pt x="655" y="1310"/>
                  </a:cubicBezTo>
                  <a:cubicBezTo>
                    <a:pt x="1013" y="1310"/>
                    <a:pt x="1310" y="1012"/>
                    <a:pt x="1310" y="655"/>
                  </a:cubicBezTo>
                  <a:cubicBezTo>
                    <a:pt x="1310" y="298"/>
                    <a:pt x="1013" y="0"/>
                    <a:pt x="65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4056;p91">
              <a:extLst>
                <a:ext uri="{FF2B5EF4-FFF2-40B4-BE49-F238E27FC236}">
                  <a16:creationId xmlns:a16="http://schemas.microsoft.com/office/drawing/2014/main" id="{81399396-8FB0-C986-8D6F-48818F36356E}"/>
                </a:ext>
              </a:extLst>
            </p:cNvPr>
            <p:cNvSpPr/>
            <p:nvPr/>
          </p:nvSpPr>
          <p:spPr>
            <a:xfrm>
              <a:off x="913015" y="2504094"/>
              <a:ext cx="31859" cy="9867"/>
            </a:xfrm>
            <a:custGeom>
              <a:avLst/>
              <a:gdLst/>
              <a:ahLst/>
              <a:cxnLst/>
              <a:rect l="l" t="t" r="r" b="b"/>
              <a:pathLst>
                <a:path w="1001" h="310" extrusionOk="0">
                  <a:moveTo>
                    <a:pt x="191" y="0"/>
                  </a:moveTo>
                  <a:cubicBezTo>
                    <a:pt x="0" y="12"/>
                    <a:pt x="0" y="310"/>
                    <a:pt x="191" y="310"/>
                  </a:cubicBezTo>
                  <a:lnTo>
                    <a:pt x="810" y="310"/>
                  </a:lnTo>
                  <a:cubicBezTo>
                    <a:pt x="1000" y="310"/>
                    <a:pt x="1000" y="0"/>
                    <a:pt x="81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4057;p91">
              <a:extLst>
                <a:ext uri="{FF2B5EF4-FFF2-40B4-BE49-F238E27FC236}">
                  <a16:creationId xmlns:a16="http://schemas.microsoft.com/office/drawing/2014/main" id="{38A98DDD-3823-32D4-73AD-8B45CE27A8AC}"/>
                </a:ext>
              </a:extLst>
            </p:cNvPr>
            <p:cNvSpPr/>
            <p:nvPr/>
          </p:nvSpPr>
          <p:spPr>
            <a:xfrm>
              <a:off x="913015" y="2532898"/>
              <a:ext cx="31859" cy="10248"/>
            </a:xfrm>
            <a:custGeom>
              <a:avLst/>
              <a:gdLst/>
              <a:ahLst/>
              <a:cxnLst/>
              <a:rect l="l" t="t" r="r" b="b"/>
              <a:pathLst>
                <a:path w="1001" h="322" extrusionOk="0">
                  <a:moveTo>
                    <a:pt x="191" y="0"/>
                  </a:moveTo>
                  <a:cubicBezTo>
                    <a:pt x="0" y="24"/>
                    <a:pt x="0" y="322"/>
                    <a:pt x="191" y="322"/>
                  </a:cubicBezTo>
                  <a:lnTo>
                    <a:pt x="810" y="322"/>
                  </a:lnTo>
                  <a:cubicBezTo>
                    <a:pt x="1000" y="322"/>
                    <a:pt x="1000" y="0"/>
                    <a:pt x="81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4058;p91">
              <a:extLst>
                <a:ext uri="{FF2B5EF4-FFF2-40B4-BE49-F238E27FC236}">
                  <a16:creationId xmlns:a16="http://schemas.microsoft.com/office/drawing/2014/main" id="{3CD96B31-3FBE-4266-38CA-6F91438B8786}"/>
                </a:ext>
              </a:extLst>
            </p:cNvPr>
            <p:cNvSpPr/>
            <p:nvPr/>
          </p:nvSpPr>
          <p:spPr>
            <a:xfrm>
              <a:off x="913015" y="2562052"/>
              <a:ext cx="31859" cy="9898"/>
            </a:xfrm>
            <a:custGeom>
              <a:avLst/>
              <a:gdLst/>
              <a:ahLst/>
              <a:cxnLst/>
              <a:rect l="l" t="t" r="r" b="b"/>
              <a:pathLst>
                <a:path w="1001" h="311" extrusionOk="0">
                  <a:moveTo>
                    <a:pt x="191" y="1"/>
                  </a:moveTo>
                  <a:cubicBezTo>
                    <a:pt x="0" y="13"/>
                    <a:pt x="0" y="310"/>
                    <a:pt x="191" y="310"/>
                  </a:cubicBezTo>
                  <a:lnTo>
                    <a:pt x="810" y="310"/>
                  </a:lnTo>
                  <a:cubicBezTo>
                    <a:pt x="1000" y="310"/>
                    <a:pt x="1000" y="1"/>
                    <a:pt x="81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4059;p91">
              <a:extLst>
                <a:ext uri="{FF2B5EF4-FFF2-40B4-BE49-F238E27FC236}">
                  <a16:creationId xmlns:a16="http://schemas.microsoft.com/office/drawing/2014/main" id="{7B7BEAE1-2269-7B42-5FB8-5D75CB09809C}"/>
                </a:ext>
              </a:extLst>
            </p:cNvPr>
            <p:cNvSpPr/>
            <p:nvPr/>
          </p:nvSpPr>
          <p:spPr>
            <a:xfrm>
              <a:off x="894428" y="2474908"/>
              <a:ext cx="69384" cy="167508"/>
            </a:xfrm>
            <a:custGeom>
              <a:avLst/>
              <a:gdLst/>
              <a:ahLst/>
              <a:cxnLst/>
              <a:rect l="l" t="t" r="r" b="b"/>
              <a:pathLst>
                <a:path w="2180" h="5263" extrusionOk="0">
                  <a:moveTo>
                    <a:pt x="1870" y="298"/>
                  </a:moveTo>
                  <a:lnTo>
                    <a:pt x="1870" y="3703"/>
                  </a:lnTo>
                  <a:lnTo>
                    <a:pt x="287" y="3703"/>
                  </a:lnTo>
                  <a:lnTo>
                    <a:pt x="287" y="298"/>
                  </a:lnTo>
                  <a:close/>
                  <a:moveTo>
                    <a:pt x="1882" y="4001"/>
                  </a:moveTo>
                  <a:lnTo>
                    <a:pt x="1882" y="4953"/>
                  </a:lnTo>
                  <a:lnTo>
                    <a:pt x="299" y="4953"/>
                  </a:lnTo>
                  <a:lnTo>
                    <a:pt x="299" y="4001"/>
                  </a:lnTo>
                  <a:close/>
                  <a:moveTo>
                    <a:pt x="156" y="0"/>
                  </a:moveTo>
                  <a:cubicBezTo>
                    <a:pt x="60" y="0"/>
                    <a:pt x="1" y="72"/>
                    <a:pt x="1" y="143"/>
                  </a:cubicBezTo>
                  <a:lnTo>
                    <a:pt x="1" y="5120"/>
                  </a:lnTo>
                  <a:cubicBezTo>
                    <a:pt x="1" y="5203"/>
                    <a:pt x="84" y="5263"/>
                    <a:pt x="156" y="5263"/>
                  </a:cubicBezTo>
                  <a:lnTo>
                    <a:pt x="2025" y="5263"/>
                  </a:lnTo>
                  <a:cubicBezTo>
                    <a:pt x="2108" y="5263"/>
                    <a:pt x="2180" y="5192"/>
                    <a:pt x="2180" y="5120"/>
                  </a:cubicBezTo>
                  <a:lnTo>
                    <a:pt x="2180" y="143"/>
                  </a:lnTo>
                  <a:cubicBezTo>
                    <a:pt x="2180" y="60"/>
                    <a:pt x="2108" y="0"/>
                    <a:pt x="202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4060;p91">
              <a:extLst>
                <a:ext uri="{FF2B5EF4-FFF2-40B4-BE49-F238E27FC236}">
                  <a16:creationId xmlns:a16="http://schemas.microsoft.com/office/drawing/2014/main" id="{97582F69-1C3C-9FD6-E38C-9300818F6B3D}"/>
                </a:ext>
              </a:extLst>
            </p:cNvPr>
            <p:cNvSpPr/>
            <p:nvPr/>
          </p:nvSpPr>
          <p:spPr>
            <a:xfrm>
              <a:off x="1002068" y="2474145"/>
              <a:ext cx="69384" cy="168272"/>
            </a:xfrm>
            <a:custGeom>
              <a:avLst/>
              <a:gdLst/>
              <a:ahLst/>
              <a:cxnLst/>
              <a:rect l="l" t="t" r="r" b="b"/>
              <a:pathLst>
                <a:path w="2180" h="5287" extrusionOk="0">
                  <a:moveTo>
                    <a:pt x="1881" y="322"/>
                  </a:moveTo>
                  <a:lnTo>
                    <a:pt x="1881" y="3727"/>
                  </a:lnTo>
                  <a:lnTo>
                    <a:pt x="298" y="3727"/>
                  </a:lnTo>
                  <a:lnTo>
                    <a:pt x="298" y="322"/>
                  </a:lnTo>
                  <a:close/>
                  <a:moveTo>
                    <a:pt x="1881" y="4025"/>
                  </a:moveTo>
                  <a:lnTo>
                    <a:pt x="1881" y="4977"/>
                  </a:lnTo>
                  <a:lnTo>
                    <a:pt x="298" y="4977"/>
                  </a:lnTo>
                  <a:lnTo>
                    <a:pt x="298" y="4025"/>
                  </a:lnTo>
                  <a:close/>
                  <a:moveTo>
                    <a:pt x="155" y="1"/>
                  </a:moveTo>
                  <a:cubicBezTo>
                    <a:pt x="60" y="1"/>
                    <a:pt x="0" y="84"/>
                    <a:pt x="0" y="155"/>
                  </a:cubicBezTo>
                  <a:lnTo>
                    <a:pt x="0" y="5144"/>
                  </a:lnTo>
                  <a:cubicBezTo>
                    <a:pt x="0" y="5227"/>
                    <a:pt x="72" y="5287"/>
                    <a:pt x="155" y="5287"/>
                  </a:cubicBezTo>
                  <a:lnTo>
                    <a:pt x="2024" y="5287"/>
                  </a:lnTo>
                  <a:cubicBezTo>
                    <a:pt x="2120" y="5287"/>
                    <a:pt x="2179" y="5216"/>
                    <a:pt x="2179" y="5144"/>
                  </a:cubicBezTo>
                  <a:lnTo>
                    <a:pt x="2179" y="167"/>
                  </a:lnTo>
                  <a:cubicBezTo>
                    <a:pt x="2179" y="84"/>
                    <a:pt x="2120" y="1"/>
                    <a:pt x="202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" name="Google Shape;14061;p91">
              <a:extLst>
                <a:ext uri="{FF2B5EF4-FFF2-40B4-BE49-F238E27FC236}">
                  <a16:creationId xmlns:a16="http://schemas.microsoft.com/office/drawing/2014/main" id="{0E81831F-055E-997B-72F1-037244366290}"/>
                </a:ext>
              </a:extLst>
            </p:cNvPr>
            <p:cNvSpPr/>
            <p:nvPr/>
          </p:nvSpPr>
          <p:spPr>
            <a:xfrm>
              <a:off x="1108531" y="2474145"/>
              <a:ext cx="69384" cy="168272"/>
            </a:xfrm>
            <a:custGeom>
              <a:avLst/>
              <a:gdLst/>
              <a:ahLst/>
              <a:cxnLst/>
              <a:rect l="l" t="t" r="r" b="b"/>
              <a:pathLst>
                <a:path w="2180" h="5287" extrusionOk="0">
                  <a:moveTo>
                    <a:pt x="1882" y="322"/>
                  </a:moveTo>
                  <a:lnTo>
                    <a:pt x="1882" y="3727"/>
                  </a:lnTo>
                  <a:lnTo>
                    <a:pt x="299" y="3727"/>
                  </a:lnTo>
                  <a:lnTo>
                    <a:pt x="299" y="322"/>
                  </a:lnTo>
                  <a:close/>
                  <a:moveTo>
                    <a:pt x="1882" y="4025"/>
                  </a:moveTo>
                  <a:lnTo>
                    <a:pt x="1882" y="4977"/>
                  </a:lnTo>
                  <a:lnTo>
                    <a:pt x="299" y="4977"/>
                  </a:lnTo>
                  <a:lnTo>
                    <a:pt x="299" y="4025"/>
                  </a:lnTo>
                  <a:close/>
                  <a:moveTo>
                    <a:pt x="156" y="1"/>
                  </a:moveTo>
                  <a:cubicBezTo>
                    <a:pt x="60" y="1"/>
                    <a:pt x="1" y="84"/>
                    <a:pt x="1" y="155"/>
                  </a:cubicBezTo>
                  <a:lnTo>
                    <a:pt x="1" y="5144"/>
                  </a:lnTo>
                  <a:cubicBezTo>
                    <a:pt x="1" y="5227"/>
                    <a:pt x="84" y="5287"/>
                    <a:pt x="156" y="5287"/>
                  </a:cubicBezTo>
                  <a:lnTo>
                    <a:pt x="2025" y="5287"/>
                  </a:lnTo>
                  <a:cubicBezTo>
                    <a:pt x="2120" y="5287"/>
                    <a:pt x="2180" y="5216"/>
                    <a:pt x="2180" y="5144"/>
                  </a:cubicBezTo>
                  <a:lnTo>
                    <a:pt x="2180" y="167"/>
                  </a:lnTo>
                  <a:cubicBezTo>
                    <a:pt x="2180" y="84"/>
                    <a:pt x="2120" y="1"/>
                    <a:pt x="202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4062;p91">
              <a:extLst>
                <a:ext uri="{FF2B5EF4-FFF2-40B4-BE49-F238E27FC236}">
                  <a16:creationId xmlns:a16="http://schemas.microsoft.com/office/drawing/2014/main" id="{28449A16-2930-2AAE-59E2-E4E1697BCF50}"/>
                </a:ext>
              </a:extLst>
            </p:cNvPr>
            <p:cNvSpPr/>
            <p:nvPr/>
          </p:nvSpPr>
          <p:spPr>
            <a:xfrm>
              <a:off x="1127118" y="2504094"/>
              <a:ext cx="31859" cy="9867"/>
            </a:xfrm>
            <a:custGeom>
              <a:avLst/>
              <a:gdLst/>
              <a:ahLst/>
              <a:cxnLst/>
              <a:rect l="l" t="t" r="r" b="b"/>
              <a:pathLst>
                <a:path w="1001" h="310" extrusionOk="0">
                  <a:moveTo>
                    <a:pt x="191" y="0"/>
                  </a:moveTo>
                  <a:cubicBezTo>
                    <a:pt x="0" y="12"/>
                    <a:pt x="0" y="310"/>
                    <a:pt x="191" y="310"/>
                  </a:cubicBezTo>
                  <a:lnTo>
                    <a:pt x="810" y="310"/>
                  </a:lnTo>
                  <a:cubicBezTo>
                    <a:pt x="1000" y="310"/>
                    <a:pt x="1000" y="0"/>
                    <a:pt x="81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4063;p91">
              <a:extLst>
                <a:ext uri="{FF2B5EF4-FFF2-40B4-BE49-F238E27FC236}">
                  <a16:creationId xmlns:a16="http://schemas.microsoft.com/office/drawing/2014/main" id="{138C591D-EA2F-DA2F-27F7-08D87BAA22E4}"/>
                </a:ext>
              </a:extLst>
            </p:cNvPr>
            <p:cNvSpPr/>
            <p:nvPr/>
          </p:nvSpPr>
          <p:spPr>
            <a:xfrm>
              <a:off x="1127118" y="2532898"/>
              <a:ext cx="31859" cy="10248"/>
            </a:xfrm>
            <a:custGeom>
              <a:avLst/>
              <a:gdLst/>
              <a:ahLst/>
              <a:cxnLst/>
              <a:rect l="l" t="t" r="r" b="b"/>
              <a:pathLst>
                <a:path w="1001" h="322" extrusionOk="0">
                  <a:moveTo>
                    <a:pt x="191" y="0"/>
                  </a:moveTo>
                  <a:cubicBezTo>
                    <a:pt x="0" y="24"/>
                    <a:pt x="0" y="322"/>
                    <a:pt x="191" y="322"/>
                  </a:cubicBezTo>
                  <a:lnTo>
                    <a:pt x="810" y="322"/>
                  </a:lnTo>
                  <a:cubicBezTo>
                    <a:pt x="1000" y="322"/>
                    <a:pt x="1000" y="0"/>
                    <a:pt x="81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4064;p91">
              <a:extLst>
                <a:ext uri="{FF2B5EF4-FFF2-40B4-BE49-F238E27FC236}">
                  <a16:creationId xmlns:a16="http://schemas.microsoft.com/office/drawing/2014/main" id="{7D3456A0-0582-C96F-0B35-3DF96B70A9A9}"/>
                </a:ext>
              </a:extLst>
            </p:cNvPr>
            <p:cNvSpPr/>
            <p:nvPr/>
          </p:nvSpPr>
          <p:spPr>
            <a:xfrm>
              <a:off x="1127118" y="2562052"/>
              <a:ext cx="31859" cy="9898"/>
            </a:xfrm>
            <a:custGeom>
              <a:avLst/>
              <a:gdLst/>
              <a:ahLst/>
              <a:cxnLst/>
              <a:rect l="l" t="t" r="r" b="b"/>
              <a:pathLst>
                <a:path w="1001" h="311" extrusionOk="0">
                  <a:moveTo>
                    <a:pt x="191" y="1"/>
                  </a:moveTo>
                  <a:cubicBezTo>
                    <a:pt x="0" y="13"/>
                    <a:pt x="0" y="310"/>
                    <a:pt x="191" y="310"/>
                  </a:cubicBezTo>
                  <a:lnTo>
                    <a:pt x="810" y="310"/>
                  </a:lnTo>
                  <a:cubicBezTo>
                    <a:pt x="1000" y="310"/>
                    <a:pt x="1000" y="1"/>
                    <a:pt x="81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4065;p91">
              <a:extLst>
                <a:ext uri="{FF2B5EF4-FFF2-40B4-BE49-F238E27FC236}">
                  <a16:creationId xmlns:a16="http://schemas.microsoft.com/office/drawing/2014/main" id="{73B7F058-D5CC-0CE3-6187-2460B1619E48}"/>
                </a:ext>
              </a:extLst>
            </p:cNvPr>
            <p:cNvSpPr/>
            <p:nvPr/>
          </p:nvSpPr>
          <p:spPr>
            <a:xfrm>
              <a:off x="1020624" y="2504094"/>
              <a:ext cx="32241" cy="9867"/>
            </a:xfrm>
            <a:custGeom>
              <a:avLst/>
              <a:gdLst/>
              <a:ahLst/>
              <a:cxnLst/>
              <a:rect l="l" t="t" r="r" b="b"/>
              <a:pathLst>
                <a:path w="1013" h="310" extrusionOk="0">
                  <a:moveTo>
                    <a:pt x="203" y="0"/>
                  </a:moveTo>
                  <a:cubicBezTo>
                    <a:pt x="1" y="12"/>
                    <a:pt x="1" y="310"/>
                    <a:pt x="203" y="310"/>
                  </a:cubicBezTo>
                  <a:lnTo>
                    <a:pt x="822" y="310"/>
                  </a:lnTo>
                  <a:cubicBezTo>
                    <a:pt x="1013" y="310"/>
                    <a:pt x="1013" y="0"/>
                    <a:pt x="82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4066;p91">
              <a:extLst>
                <a:ext uri="{FF2B5EF4-FFF2-40B4-BE49-F238E27FC236}">
                  <a16:creationId xmlns:a16="http://schemas.microsoft.com/office/drawing/2014/main" id="{889CD64F-DCF4-CA02-872D-07F54B9889ED}"/>
                </a:ext>
              </a:extLst>
            </p:cNvPr>
            <p:cNvSpPr/>
            <p:nvPr/>
          </p:nvSpPr>
          <p:spPr>
            <a:xfrm>
              <a:off x="1020624" y="2532898"/>
              <a:ext cx="32241" cy="10248"/>
            </a:xfrm>
            <a:custGeom>
              <a:avLst/>
              <a:gdLst/>
              <a:ahLst/>
              <a:cxnLst/>
              <a:rect l="l" t="t" r="r" b="b"/>
              <a:pathLst>
                <a:path w="1013" h="322" extrusionOk="0">
                  <a:moveTo>
                    <a:pt x="203" y="0"/>
                  </a:moveTo>
                  <a:cubicBezTo>
                    <a:pt x="1" y="24"/>
                    <a:pt x="1" y="322"/>
                    <a:pt x="203" y="322"/>
                  </a:cubicBezTo>
                  <a:lnTo>
                    <a:pt x="822" y="322"/>
                  </a:lnTo>
                  <a:cubicBezTo>
                    <a:pt x="1013" y="322"/>
                    <a:pt x="1013" y="0"/>
                    <a:pt x="82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4067;p91">
              <a:extLst>
                <a:ext uri="{FF2B5EF4-FFF2-40B4-BE49-F238E27FC236}">
                  <a16:creationId xmlns:a16="http://schemas.microsoft.com/office/drawing/2014/main" id="{B8FC129B-797C-C280-A200-2A0852CFB0C1}"/>
                </a:ext>
              </a:extLst>
            </p:cNvPr>
            <p:cNvSpPr/>
            <p:nvPr/>
          </p:nvSpPr>
          <p:spPr>
            <a:xfrm>
              <a:off x="1020624" y="2562052"/>
              <a:ext cx="32241" cy="9898"/>
            </a:xfrm>
            <a:custGeom>
              <a:avLst/>
              <a:gdLst/>
              <a:ahLst/>
              <a:cxnLst/>
              <a:rect l="l" t="t" r="r" b="b"/>
              <a:pathLst>
                <a:path w="1013" h="311" extrusionOk="0">
                  <a:moveTo>
                    <a:pt x="203" y="1"/>
                  </a:moveTo>
                  <a:cubicBezTo>
                    <a:pt x="1" y="13"/>
                    <a:pt x="1" y="310"/>
                    <a:pt x="203" y="310"/>
                  </a:cubicBezTo>
                  <a:lnTo>
                    <a:pt x="822" y="310"/>
                  </a:lnTo>
                  <a:cubicBezTo>
                    <a:pt x="1013" y="310"/>
                    <a:pt x="1013" y="1"/>
                    <a:pt x="82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55"/>
          <p:cNvSpPr txBox="1">
            <a:spLocks noGrp="1"/>
          </p:cNvSpPr>
          <p:nvPr>
            <p:ph type="title"/>
          </p:nvPr>
        </p:nvSpPr>
        <p:spPr>
          <a:xfrm>
            <a:off x="713225" y="629978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Structuring Your CV</a:t>
            </a:r>
            <a:endParaRPr dirty="0"/>
          </a:p>
        </p:txBody>
      </p:sp>
      <p:sp>
        <p:nvSpPr>
          <p:cNvPr id="529" name="Google Shape;529;p55"/>
          <p:cNvSpPr txBox="1">
            <a:spLocks noGrp="1"/>
          </p:cNvSpPr>
          <p:nvPr>
            <p:ph type="subTitle" idx="7"/>
          </p:nvPr>
        </p:nvSpPr>
        <p:spPr>
          <a:xfrm>
            <a:off x="713244" y="2674347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/>
              <a:t>Full Name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/>
              <a:t>Contact Information (Phone Number, Email)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/>
              <a:t>Address (Optional)</a:t>
            </a:r>
            <a:endParaRPr sz="1000" dirty="0"/>
          </a:p>
        </p:txBody>
      </p:sp>
      <p:sp>
        <p:nvSpPr>
          <p:cNvPr id="530" name="Google Shape;530;p55"/>
          <p:cNvSpPr txBox="1">
            <a:spLocks noGrp="1"/>
          </p:cNvSpPr>
          <p:nvPr>
            <p:ph type="subTitle" idx="8"/>
          </p:nvPr>
        </p:nvSpPr>
        <p:spPr>
          <a:xfrm>
            <a:off x="713244" y="1818546"/>
            <a:ext cx="24003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/>
              <a:t>Personal Information</a:t>
            </a:r>
            <a:endParaRPr sz="1600" b="1" dirty="0"/>
          </a:p>
        </p:txBody>
      </p:sp>
      <p:sp>
        <p:nvSpPr>
          <p:cNvPr id="531" name="Google Shape;531;p55"/>
          <p:cNvSpPr txBox="1">
            <a:spLocks noGrp="1"/>
          </p:cNvSpPr>
          <p:nvPr>
            <p:ph type="subTitle" idx="9"/>
          </p:nvPr>
        </p:nvSpPr>
        <p:spPr>
          <a:xfrm>
            <a:off x="3503465" y="2674340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/>
              <a:t>Briefly state your career objectives or summarize your qualifications.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/>
              <a:t>Tailor this section to match the job you're applying for.</a:t>
            </a:r>
            <a:endParaRPr sz="1000" dirty="0"/>
          </a:p>
        </p:txBody>
      </p:sp>
      <p:sp>
        <p:nvSpPr>
          <p:cNvPr id="532" name="Google Shape;532;p55"/>
          <p:cNvSpPr txBox="1">
            <a:spLocks noGrp="1"/>
          </p:cNvSpPr>
          <p:nvPr>
            <p:ph type="subTitle" idx="13"/>
          </p:nvPr>
        </p:nvSpPr>
        <p:spPr>
          <a:xfrm>
            <a:off x="3475756" y="1818548"/>
            <a:ext cx="24003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/>
              <a:t>Objective/Summary</a:t>
            </a:r>
            <a:endParaRPr sz="1600" b="1" dirty="0"/>
          </a:p>
        </p:txBody>
      </p:sp>
      <p:sp>
        <p:nvSpPr>
          <p:cNvPr id="533" name="Google Shape;533;p55"/>
          <p:cNvSpPr txBox="1">
            <a:spLocks noGrp="1"/>
          </p:cNvSpPr>
          <p:nvPr>
            <p:ph type="subTitle" idx="14"/>
          </p:nvPr>
        </p:nvSpPr>
        <p:spPr>
          <a:xfrm>
            <a:off x="6349109" y="2674346"/>
            <a:ext cx="2358742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</a:pPr>
            <a:r>
              <a:rPr lang="en-US" sz="1000" dirty="0"/>
              <a:t>Degree/Course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</a:pPr>
            <a:r>
              <a:rPr lang="en-US" sz="1000" dirty="0"/>
              <a:t>Institution Name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</a:pPr>
            <a:r>
              <a:rPr lang="en-US" sz="1000" dirty="0"/>
              <a:t>Year of Completion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</a:pPr>
            <a:r>
              <a:rPr lang="en-US" sz="1000" dirty="0"/>
              <a:t>GPA (if impressive)</a:t>
            </a:r>
            <a:endParaRPr sz="1000" dirty="0"/>
          </a:p>
        </p:txBody>
      </p:sp>
      <p:sp>
        <p:nvSpPr>
          <p:cNvPr id="534" name="Google Shape;534;p55"/>
          <p:cNvSpPr txBox="1">
            <a:spLocks noGrp="1"/>
          </p:cNvSpPr>
          <p:nvPr>
            <p:ph type="subTitle" idx="15"/>
          </p:nvPr>
        </p:nvSpPr>
        <p:spPr>
          <a:xfrm>
            <a:off x="6307552" y="1818552"/>
            <a:ext cx="24003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-US" sz="1600" b="1" dirty="0"/>
              <a:t>Education</a:t>
            </a:r>
            <a:endParaRPr sz="16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55"/>
          <p:cNvSpPr txBox="1">
            <a:spLocks noGrp="1"/>
          </p:cNvSpPr>
          <p:nvPr>
            <p:ph type="title"/>
          </p:nvPr>
        </p:nvSpPr>
        <p:spPr>
          <a:xfrm>
            <a:off x="1558646" y="629980"/>
            <a:ext cx="6047499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Structuring Your CV</a:t>
            </a:r>
            <a:endParaRPr dirty="0"/>
          </a:p>
        </p:txBody>
      </p:sp>
      <p:sp>
        <p:nvSpPr>
          <p:cNvPr id="523" name="Google Shape;523;p55"/>
          <p:cNvSpPr txBox="1">
            <a:spLocks noGrp="1"/>
          </p:cNvSpPr>
          <p:nvPr>
            <p:ph type="subTitle" idx="3"/>
          </p:nvPr>
        </p:nvSpPr>
        <p:spPr>
          <a:xfrm>
            <a:off x="5919622" y="2753602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n-US" sz="1000" dirty="0"/>
              <a:t>Mention any academic or extracurricular achievements.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n-US" sz="1000" dirty="0"/>
              <a:t>Include relevant awards or recognitions.</a:t>
            </a:r>
            <a:endParaRPr sz="1000" dirty="0"/>
          </a:p>
        </p:txBody>
      </p:sp>
      <p:sp>
        <p:nvSpPr>
          <p:cNvPr id="524" name="Google Shape;524;p55"/>
          <p:cNvSpPr txBox="1">
            <a:spLocks noGrp="1"/>
          </p:cNvSpPr>
          <p:nvPr>
            <p:ph type="subTitle" idx="4"/>
          </p:nvPr>
        </p:nvSpPr>
        <p:spPr>
          <a:xfrm>
            <a:off x="5947324" y="2036345"/>
            <a:ext cx="2469308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/>
              <a:t>Achievements/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/>
              <a:t>Awards</a:t>
            </a:r>
            <a:endParaRPr sz="1600" b="1" dirty="0"/>
          </a:p>
        </p:txBody>
      </p:sp>
      <p:sp>
        <p:nvSpPr>
          <p:cNvPr id="525" name="Google Shape;525;p55"/>
          <p:cNvSpPr txBox="1">
            <a:spLocks noGrp="1"/>
          </p:cNvSpPr>
          <p:nvPr>
            <p:ph type="subTitle" idx="1"/>
          </p:nvPr>
        </p:nvSpPr>
        <p:spPr>
          <a:xfrm>
            <a:off x="671682" y="2753601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n-US" sz="1000" dirty="0"/>
              <a:t>Technical skills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n-US" sz="1000" dirty="0"/>
              <a:t>Soft skills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n-US" sz="1000" dirty="0"/>
              <a:t>Language proficiency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n-US" sz="1000" dirty="0"/>
              <a:t>Certifications (if any)</a:t>
            </a:r>
            <a:endParaRPr sz="1000" dirty="0"/>
          </a:p>
        </p:txBody>
      </p:sp>
      <p:sp>
        <p:nvSpPr>
          <p:cNvPr id="526" name="Google Shape;526;p55"/>
          <p:cNvSpPr txBox="1">
            <a:spLocks noGrp="1"/>
          </p:cNvSpPr>
          <p:nvPr>
            <p:ph type="subTitle" idx="2"/>
          </p:nvPr>
        </p:nvSpPr>
        <p:spPr>
          <a:xfrm>
            <a:off x="650901" y="1967072"/>
            <a:ext cx="24003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/>
              <a:t>Skills</a:t>
            </a:r>
            <a:endParaRPr sz="1600" b="1" dirty="0"/>
          </a:p>
        </p:txBody>
      </p:sp>
      <p:sp>
        <p:nvSpPr>
          <p:cNvPr id="527" name="Google Shape;527;p55"/>
          <p:cNvSpPr txBox="1">
            <a:spLocks noGrp="1"/>
          </p:cNvSpPr>
          <p:nvPr>
            <p:ph type="subTitle" idx="5"/>
          </p:nvPr>
        </p:nvSpPr>
        <p:spPr>
          <a:xfrm>
            <a:off x="3364920" y="2753597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n-US" sz="1000" dirty="0"/>
              <a:t>Highlight any significant projects or internships you've undertaken.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n-US" sz="1000" dirty="0"/>
              <a:t>Describe your role, responsibilities, and achievements.</a:t>
            </a:r>
            <a:endParaRPr sz="1000" dirty="0"/>
          </a:p>
        </p:txBody>
      </p:sp>
      <p:sp>
        <p:nvSpPr>
          <p:cNvPr id="528" name="Google Shape;528;p55"/>
          <p:cNvSpPr txBox="1">
            <a:spLocks noGrp="1"/>
          </p:cNvSpPr>
          <p:nvPr>
            <p:ph type="subTitle" idx="6"/>
          </p:nvPr>
        </p:nvSpPr>
        <p:spPr>
          <a:xfrm>
            <a:off x="3371850" y="2036345"/>
            <a:ext cx="24003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/>
              <a:t>Projects/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/>
              <a:t>Internships</a:t>
            </a:r>
            <a:endParaRPr sz="1600" b="1" dirty="0"/>
          </a:p>
        </p:txBody>
      </p:sp>
    </p:spTree>
    <p:extLst>
      <p:ext uri="{BB962C8B-B14F-4D97-AF65-F5344CB8AC3E}">
        <p14:creationId xmlns:p14="http://schemas.microsoft.com/office/powerpoint/2010/main" val="3208271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8"/>
          <p:cNvSpPr txBox="1">
            <a:spLocks noGrp="1"/>
          </p:cNvSpPr>
          <p:nvPr>
            <p:ph type="body" idx="1"/>
          </p:nvPr>
        </p:nvSpPr>
        <p:spPr>
          <a:xfrm>
            <a:off x="1691100" y="1759300"/>
            <a:ext cx="5761800" cy="14133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1600"/>
              </a:spcBef>
              <a:spcAft>
                <a:spcPts val="0"/>
              </a:spcAft>
              <a:buSzPts val="1400"/>
              <a:buFont typeface="Commissioner"/>
              <a:buChar char="■"/>
            </a:pPr>
            <a:r>
              <a:rPr lang="en-US" dirty="0"/>
              <a:t>Keep the design simple, professional, and easy to read.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Commissioner"/>
              <a:buChar char="■"/>
            </a:pPr>
            <a:r>
              <a:rPr lang="en-US" dirty="0"/>
              <a:t>Use bullet points for clarity and brevity.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Commissioner"/>
              <a:buChar char="■"/>
            </a:pPr>
            <a:r>
              <a:rPr lang="en-US" dirty="0"/>
              <a:t>Choose a clean font and maintain consistency throughout.</a:t>
            </a:r>
            <a:endParaRPr dirty="0"/>
          </a:p>
        </p:txBody>
      </p:sp>
      <p:sp>
        <p:nvSpPr>
          <p:cNvPr id="356" name="Google Shape;356;p48"/>
          <p:cNvSpPr txBox="1">
            <a:spLocks noGrp="1"/>
          </p:cNvSpPr>
          <p:nvPr>
            <p:ph type="title"/>
          </p:nvPr>
        </p:nvSpPr>
        <p:spPr>
          <a:xfrm>
            <a:off x="914117" y="726961"/>
            <a:ext cx="6913702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Design and Formatting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9" name="Google Shape;5209;p77"/>
          <p:cNvSpPr txBox="1">
            <a:spLocks noGrp="1"/>
          </p:cNvSpPr>
          <p:nvPr>
            <p:ph type="title"/>
          </p:nvPr>
        </p:nvSpPr>
        <p:spPr>
          <a:xfrm>
            <a:off x="713225" y="685396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Final Tips</a:t>
            </a:r>
            <a:endParaRPr dirty="0"/>
          </a:p>
        </p:txBody>
      </p:sp>
      <p:grpSp>
        <p:nvGrpSpPr>
          <p:cNvPr id="5210" name="Google Shape;5210;p77"/>
          <p:cNvGrpSpPr/>
          <p:nvPr/>
        </p:nvGrpSpPr>
        <p:grpSpPr>
          <a:xfrm>
            <a:off x="2083959" y="1894300"/>
            <a:ext cx="2235726" cy="1257586"/>
            <a:chOff x="0" y="0"/>
            <a:chExt cx="9144075" cy="5143500"/>
          </a:xfrm>
        </p:grpSpPr>
        <p:sp>
          <p:nvSpPr>
            <p:cNvPr id="5211" name="Google Shape;5211;p77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Commissioner"/>
                <a:ea typeface="Commissioner"/>
                <a:cs typeface="Commissioner"/>
                <a:sym typeface="Commissioner"/>
              </a:endParaRPr>
            </a:p>
          </p:txBody>
        </p:sp>
        <p:grpSp>
          <p:nvGrpSpPr>
            <p:cNvPr id="5212" name="Google Shape;5212;p77"/>
            <p:cNvGrpSpPr/>
            <p:nvPr/>
          </p:nvGrpSpPr>
          <p:grpSpPr>
            <a:xfrm rot="10800000">
              <a:off x="0" y="0"/>
              <a:ext cx="9144075" cy="5143500"/>
              <a:chOff x="0" y="0"/>
              <a:chExt cx="9144075" cy="5143500"/>
            </a:xfrm>
          </p:grpSpPr>
          <p:grpSp>
            <p:nvGrpSpPr>
              <p:cNvPr id="5213" name="Google Shape;5213;p77"/>
              <p:cNvGrpSpPr/>
              <p:nvPr/>
            </p:nvGrpSpPr>
            <p:grpSpPr>
              <a:xfrm>
                <a:off x="0" y="0"/>
                <a:ext cx="9144075" cy="5143500"/>
                <a:chOff x="0" y="0"/>
                <a:chExt cx="9144075" cy="5143500"/>
              </a:xfrm>
            </p:grpSpPr>
            <p:sp>
              <p:nvSpPr>
                <p:cNvPr id="5214" name="Google Shape;5214;p77"/>
                <p:cNvSpPr/>
                <p:nvPr/>
              </p:nvSpPr>
              <p:spPr>
                <a:xfrm>
                  <a:off x="4185975" y="4426700"/>
                  <a:ext cx="4958100" cy="711000"/>
                </a:xfrm>
                <a:prstGeom prst="rect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15" name="Google Shape;5215;p77"/>
                <p:cNvSpPr/>
                <p:nvPr/>
              </p:nvSpPr>
              <p:spPr>
                <a:xfrm>
                  <a:off x="0" y="0"/>
                  <a:ext cx="852900" cy="5143500"/>
                </a:xfrm>
                <a:prstGeom prst="rect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216" name="Google Shape;5216;p77"/>
              <p:cNvGrpSpPr/>
              <p:nvPr/>
            </p:nvGrpSpPr>
            <p:grpSpPr>
              <a:xfrm>
                <a:off x="150" y="539500"/>
                <a:ext cx="8430625" cy="4604000"/>
                <a:chOff x="150" y="539500"/>
                <a:chExt cx="8430625" cy="4604000"/>
              </a:xfrm>
            </p:grpSpPr>
            <p:cxnSp>
              <p:nvCxnSpPr>
                <p:cNvPr id="5217" name="Google Shape;5217;p77"/>
                <p:cNvCxnSpPr/>
                <p:nvPr/>
              </p:nvCxnSpPr>
              <p:spPr>
                <a:xfrm rot="10800000">
                  <a:off x="8430775" y="805200"/>
                  <a:ext cx="0" cy="4338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18" name="Google Shape;5218;p77"/>
                <p:cNvCxnSpPr/>
                <p:nvPr/>
              </p:nvCxnSpPr>
              <p:spPr>
                <a:xfrm rot="10800000">
                  <a:off x="150" y="539500"/>
                  <a:ext cx="43368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grpSp>
        <p:nvGrpSpPr>
          <p:cNvPr id="5220" name="Google Shape;5220;p77"/>
          <p:cNvGrpSpPr/>
          <p:nvPr/>
        </p:nvGrpSpPr>
        <p:grpSpPr>
          <a:xfrm>
            <a:off x="4823001" y="1894412"/>
            <a:ext cx="2237040" cy="1258420"/>
            <a:chOff x="4601821" y="1971100"/>
            <a:chExt cx="3600000" cy="2025137"/>
          </a:xfrm>
        </p:grpSpPr>
        <p:sp>
          <p:nvSpPr>
            <p:cNvPr id="5221" name="Google Shape;5221;p77"/>
            <p:cNvSpPr/>
            <p:nvPr/>
          </p:nvSpPr>
          <p:spPr>
            <a:xfrm flipH="1">
              <a:off x="4601821" y="1971100"/>
              <a:ext cx="3600000" cy="20250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Commissioner"/>
                <a:ea typeface="Commissioner"/>
                <a:cs typeface="Commissioner"/>
                <a:sym typeface="Commissioner"/>
              </a:endParaRPr>
            </a:p>
          </p:txBody>
        </p:sp>
        <p:grpSp>
          <p:nvGrpSpPr>
            <p:cNvPr id="5222" name="Google Shape;5222;p77"/>
            <p:cNvGrpSpPr/>
            <p:nvPr/>
          </p:nvGrpSpPr>
          <p:grpSpPr>
            <a:xfrm rot="10800000" flipH="1">
              <a:off x="4723263" y="1977928"/>
              <a:ext cx="3478557" cy="2018309"/>
              <a:chOff x="279175" y="0"/>
              <a:chExt cx="8864825" cy="5143500"/>
            </a:xfrm>
          </p:grpSpPr>
          <p:sp>
            <p:nvSpPr>
              <p:cNvPr id="5223" name="Google Shape;5223;p77"/>
              <p:cNvSpPr/>
              <p:nvPr/>
            </p:nvSpPr>
            <p:spPr>
              <a:xfrm>
                <a:off x="8860200" y="0"/>
                <a:ext cx="283800" cy="5143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224" name="Google Shape;5224;p77"/>
              <p:cNvGrpSpPr/>
              <p:nvPr/>
            </p:nvGrpSpPr>
            <p:grpSpPr>
              <a:xfrm>
                <a:off x="279175" y="0"/>
                <a:ext cx="8864825" cy="4876025"/>
                <a:chOff x="279175" y="0"/>
                <a:chExt cx="8864825" cy="4876025"/>
              </a:xfrm>
            </p:grpSpPr>
            <p:cxnSp>
              <p:nvCxnSpPr>
                <p:cNvPr id="5225" name="Google Shape;5225;p77"/>
                <p:cNvCxnSpPr/>
                <p:nvPr/>
              </p:nvCxnSpPr>
              <p:spPr>
                <a:xfrm>
                  <a:off x="4273200" y="4876025"/>
                  <a:ext cx="48708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26" name="Google Shape;5226;p77"/>
                <p:cNvCxnSpPr/>
                <p:nvPr/>
              </p:nvCxnSpPr>
              <p:spPr>
                <a:xfrm rot="10800000">
                  <a:off x="279175" y="0"/>
                  <a:ext cx="0" cy="4131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grpSp>
        <p:nvGrpSpPr>
          <p:cNvPr id="5227" name="Google Shape;5227;p77"/>
          <p:cNvGrpSpPr/>
          <p:nvPr/>
        </p:nvGrpSpPr>
        <p:grpSpPr>
          <a:xfrm flipH="1">
            <a:off x="2089249" y="3352840"/>
            <a:ext cx="2230222" cy="1255530"/>
            <a:chOff x="9739382" y="-4100"/>
            <a:chExt cx="9144000" cy="5147725"/>
          </a:xfrm>
        </p:grpSpPr>
        <p:sp>
          <p:nvSpPr>
            <p:cNvPr id="5228" name="Google Shape;5228;p77"/>
            <p:cNvSpPr/>
            <p:nvPr/>
          </p:nvSpPr>
          <p:spPr>
            <a:xfrm flipH="1">
              <a:off x="9739382" y="0"/>
              <a:ext cx="9144000" cy="51435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Commissioner"/>
                <a:ea typeface="Commissioner"/>
                <a:cs typeface="Commissioner"/>
                <a:sym typeface="Commissioner"/>
              </a:endParaRPr>
            </a:p>
          </p:txBody>
        </p:sp>
        <p:grpSp>
          <p:nvGrpSpPr>
            <p:cNvPr id="5229" name="Google Shape;5229;p77"/>
            <p:cNvGrpSpPr/>
            <p:nvPr/>
          </p:nvGrpSpPr>
          <p:grpSpPr>
            <a:xfrm rot="10800000" flipH="1">
              <a:off x="10023175" y="-4100"/>
              <a:ext cx="8860200" cy="5147725"/>
              <a:chOff x="283800" y="-4100"/>
              <a:chExt cx="8860200" cy="5147725"/>
            </a:xfrm>
          </p:grpSpPr>
          <p:sp>
            <p:nvSpPr>
              <p:cNvPr id="5230" name="Google Shape;5230;p77"/>
              <p:cNvSpPr/>
              <p:nvPr/>
            </p:nvSpPr>
            <p:spPr>
              <a:xfrm flipH="1">
                <a:off x="713400" y="4876025"/>
                <a:ext cx="8430600" cy="2676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231" name="Google Shape;5231;p77"/>
              <p:cNvGrpSpPr/>
              <p:nvPr/>
            </p:nvGrpSpPr>
            <p:grpSpPr>
              <a:xfrm>
                <a:off x="283800" y="-4100"/>
                <a:ext cx="8576400" cy="5147625"/>
                <a:chOff x="283800" y="-4100"/>
                <a:chExt cx="8576400" cy="5147625"/>
              </a:xfrm>
            </p:grpSpPr>
            <p:cxnSp>
              <p:nvCxnSpPr>
                <p:cNvPr id="5232" name="Google Shape;5232;p77"/>
                <p:cNvCxnSpPr/>
                <p:nvPr/>
              </p:nvCxnSpPr>
              <p:spPr>
                <a:xfrm>
                  <a:off x="8860200" y="2571925"/>
                  <a:ext cx="0" cy="2571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33" name="Google Shape;5233;p77"/>
                <p:cNvCxnSpPr/>
                <p:nvPr/>
              </p:nvCxnSpPr>
              <p:spPr>
                <a:xfrm>
                  <a:off x="283800" y="-4100"/>
                  <a:ext cx="0" cy="2575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grpSp>
        <p:nvGrpSpPr>
          <p:cNvPr id="5234" name="Google Shape;5234;p77"/>
          <p:cNvGrpSpPr/>
          <p:nvPr/>
        </p:nvGrpSpPr>
        <p:grpSpPr>
          <a:xfrm>
            <a:off x="4829359" y="3353840"/>
            <a:ext cx="2230223" cy="1254500"/>
            <a:chOff x="-9875200" y="0"/>
            <a:chExt cx="9144007" cy="5143500"/>
          </a:xfrm>
        </p:grpSpPr>
        <p:sp>
          <p:nvSpPr>
            <p:cNvPr id="5235" name="Google Shape;5235;p77"/>
            <p:cNvSpPr/>
            <p:nvPr/>
          </p:nvSpPr>
          <p:spPr>
            <a:xfrm flipH="1">
              <a:off x="-9875193" y="0"/>
              <a:ext cx="9144000" cy="51435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Commissioner"/>
                <a:ea typeface="Commissioner"/>
                <a:cs typeface="Commissioner"/>
                <a:sym typeface="Commissioner"/>
              </a:endParaRPr>
            </a:p>
          </p:txBody>
        </p:sp>
        <p:grpSp>
          <p:nvGrpSpPr>
            <p:cNvPr id="5236" name="Google Shape;5236;p77"/>
            <p:cNvGrpSpPr/>
            <p:nvPr/>
          </p:nvGrpSpPr>
          <p:grpSpPr>
            <a:xfrm flipH="1">
              <a:off x="-9875200" y="539500"/>
              <a:ext cx="9144000" cy="4604000"/>
              <a:chOff x="75" y="539500"/>
              <a:chExt cx="9144000" cy="4604000"/>
            </a:xfrm>
          </p:grpSpPr>
          <p:sp>
            <p:nvSpPr>
              <p:cNvPr id="5237" name="Google Shape;5237;p77"/>
              <p:cNvSpPr/>
              <p:nvPr/>
            </p:nvSpPr>
            <p:spPr>
              <a:xfrm>
                <a:off x="75" y="4426700"/>
                <a:ext cx="9144000" cy="7110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238" name="Google Shape;5238;p77"/>
              <p:cNvGrpSpPr/>
              <p:nvPr/>
            </p:nvGrpSpPr>
            <p:grpSpPr>
              <a:xfrm>
                <a:off x="712700" y="539500"/>
                <a:ext cx="8431300" cy="4604000"/>
                <a:chOff x="712700" y="539500"/>
                <a:chExt cx="8431300" cy="4604000"/>
              </a:xfrm>
            </p:grpSpPr>
            <p:cxnSp>
              <p:nvCxnSpPr>
                <p:cNvPr id="5239" name="Google Shape;5239;p77"/>
                <p:cNvCxnSpPr/>
                <p:nvPr/>
              </p:nvCxnSpPr>
              <p:spPr>
                <a:xfrm>
                  <a:off x="4572000" y="539500"/>
                  <a:ext cx="4572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40" name="Google Shape;5240;p77"/>
                <p:cNvCxnSpPr/>
                <p:nvPr/>
              </p:nvCxnSpPr>
              <p:spPr>
                <a:xfrm rot="10800000">
                  <a:off x="712700" y="1685400"/>
                  <a:ext cx="0" cy="34581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74416B6-C66D-9C4D-07AC-219ABE369DFF}"/>
              </a:ext>
            </a:extLst>
          </p:cNvPr>
          <p:cNvSpPr txBox="1"/>
          <p:nvPr/>
        </p:nvSpPr>
        <p:spPr>
          <a:xfrm>
            <a:off x="2272181" y="2334731"/>
            <a:ext cx="1825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Tailor your CV for each job application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227DBE-F2F6-DC9D-EE13-74328810E82C}"/>
              </a:ext>
            </a:extLst>
          </p:cNvPr>
          <p:cNvSpPr txBox="1"/>
          <p:nvPr/>
        </p:nvSpPr>
        <p:spPr>
          <a:xfrm>
            <a:off x="4973930" y="2234925"/>
            <a:ext cx="188407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Keep it concise, ideally within one or two pages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DF6D62-225D-4178-0EAD-2D81C5C46382}"/>
              </a:ext>
            </a:extLst>
          </p:cNvPr>
          <p:cNvSpPr txBox="1"/>
          <p:nvPr/>
        </p:nvSpPr>
        <p:spPr>
          <a:xfrm>
            <a:off x="2272181" y="3771031"/>
            <a:ext cx="16104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Be honest and transparent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FDE149-6B04-FA8F-0E92-1501EB49D3D3}"/>
              </a:ext>
            </a:extLst>
          </p:cNvPr>
          <p:cNvSpPr txBox="1"/>
          <p:nvPr/>
        </p:nvSpPr>
        <p:spPr>
          <a:xfrm>
            <a:off x="4823001" y="3490183"/>
            <a:ext cx="196734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Update your CV regularly as you gain new experiences and skills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3"/>
          <p:cNvSpPr/>
          <p:nvPr/>
        </p:nvSpPr>
        <p:spPr>
          <a:xfrm>
            <a:off x="5045480" y="1451000"/>
            <a:ext cx="852900" cy="3692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6" name="Google Shape;306;p43"/>
          <p:cNvGrpSpPr/>
          <p:nvPr/>
        </p:nvGrpSpPr>
        <p:grpSpPr>
          <a:xfrm>
            <a:off x="0" y="1451000"/>
            <a:ext cx="4108200" cy="3692400"/>
            <a:chOff x="0" y="1451000"/>
            <a:chExt cx="4108200" cy="3692400"/>
          </a:xfrm>
        </p:grpSpPr>
        <p:sp>
          <p:nvSpPr>
            <p:cNvPr id="307" name="Google Shape;307;p43"/>
            <p:cNvSpPr/>
            <p:nvPr/>
          </p:nvSpPr>
          <p:spPr>
            <a:xfrm>
              <a:off x="1005300" y="1451000"/>
              <a:ext cx="852900" cy="3692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08" name="Google Shape;308;p43"/>
            <p:cNvCxnSpPr/>
            <p:nvPr/>
          </p:nvCxnSpPr>
          <p:spPr>
            <a:xfrm>
              <a:off x="0" y="4797575"/>
              <a:ext cx="4108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09" name="Google Shape;309;p43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 dirty="0"/>
              <a:t>Proofreading and Editing</a:t>
            </a:r>
            <a:endParaRPr sz="3100" dirty="0"/>
          </a:p>
        </p:txBody>
      </p:sp>
      <p:sp>
        <p:nvSpPr>
          <p:cNvPr id="311" name="Google Shape;311;p43"/>
          <p:cNvSpPr txBox="1">
            <a:spLocks noGrp="1"/>
          </p:cNvSpPr>
          <p:nvPr>
            <p:ph type="subTitle" idx="2"/>
          </p:nvPr>
        </p:nvSpPr>
        <p:spPr>
          <a:xfrm>
            <a:off x="1942261" y="1484063"/>
            <a:ext cx="2288700" cy="80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/>
              <a:t>Proofread your CV multiple times to eliminate errors</a:t>
            </a:r>
            <a:endParaRPr sz="1000" dirty="0"/>
          </a:p>
        </p:txBody>
      </p:sp>
      <p:sp>
        <p:nvSpPr>
          <p:cNvPr id="312" name="Google Shape;312;p43"/>
          <p:cNvSpPr txBox="1">
            <a:spLocks noGrp="1"/>
          </p:cNvSpPr>
          <p:nvPr>
            <p:ph type="title" idx="3"/>
          </p:nvPr>
        </p:nvSpPr>
        <p:spPr>
          <a:xfrm>
            <a:off x="993600" y="1483400"/>
            <a:ext cx="876300" cy="115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313" name="Google Shape;313;p43"/>
          <p:cNvSpPr txBox="1">
            <a:spLocks noGrp="1"/>
          </p:cNvSpPr>
          <p:nvPr>
            <p:ph type="subTitle" idx="4"/>
          </p:nvPr>
        </p:nvSpPr>
        <p:spPr>
          <a:xfrm>
            <a:off x="1942261" y="3503175"/>
            <a:ext cx="22887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SzPts val="2400"/>
            </a:pPr>
            <a:r>
              <a:rPr lang="en-US" sz="1000" dirty="0">
                <a:latin typeface="Golos Text"/>
                <a:cs typeface="Golos Text"/>
                <a:sym typeface="Golos Text"/>
              </a:rPr>
              <a:t>Ensure correct grammar, spelling, and punctuation</a:t>
            </a:r>
            <a:endParaRPr sz="1000" dirty="0">
              <a:latin typeface="Golos Text"/>
              <a:cs typeface="Golos Text"/>
              <a:sym typeface="Golos Text"/>
            </a:endParaRPr>
          </a:p>
        </p:txBody>
      </p:sp>
      <p:sp>
        <p:nvSpPr>
          <p:cNvPr id="315" name="Google Shape;315;p43"/>
          <p:cNvSpPr txBox="1">
            <a:spLocks noGrp="1"/>
          </p:cNvSpPr>
          <p:nvPr>
            <p:ph type="title" idx="6"/>
          </p:nvPr>
        </p:nvSpPr>
        <p:spPr>
          <a:xfrm>
            <a:off x="993600" y="3179712"/>
            <a:ext cx="876300" cy="115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316" name="Google Shape;316;p43"/>
          <p:cNvSpPr txBox="1">
            <a:spLocks noGrp="1"/>
          </p:cNvSpPr>
          <p:nvPr>
            <p:ph type="subTitle" idx="7"/>
          </p:nvPr>
        </p:nvSpPr>
        <p:spPr>
          <a:xfrm>
            <a:off x="5969570" y="2628185"/>
            <a:ext cx="22887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latin typeface="Golos Text"/>
                <a:cs typeface="Golos Text"/>
              </a:rPr>
              <a:t>Seek feedback from mentors or peers for improvement</a:t>
            </a:r>
            <a:endParaRPr sz="1000" dirty="0">
              <a:latin typeface="Golos Text"/>
              <a:cs typeface="Golos Text"/>
            </a:endParaRPr>
          </a:p>
        </p:txBody>
      </p:sp>
      <p:sp>
        <p:nvSpPr>
          <p:cNvPr id="318" name="Google Shape;318;p43"/>
          <p:cNvSpPr txBox="1">
            <a:spLocks noGrp="1"/>
          </p:cNvSpPr>
          <p:nvPr>
            <p:ph type="title" idx="9"/>
          </p:nvPr>
        </p:nvSpPr>
        <p:spPr>
          <a:xfrm>
            <a:off x="5033780" y="2300823"/>
            <a:ext cx="876300" cy="115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1" name="Google Shape;4781;p73"/>
          <p:cNvSpPr txBox="1">
            <a:spLocks noGrp="1"/>
          </p:cNvSpPr>
          <p:nvPr>
            <p:ph type="title"/>
          </p:nvPr>
        </p:nvSpPr>
        <p:spPr>
          <a:xfrm>
            <a:off x="1079944" y="959602"/>
            <a:ext cx="48633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Conclusions</a:t>
            </a:r>
            <a:endParaRPr dirty="0"/>
          </a:p>
        </p:txBody>
      </p:sp>
      <p:sp>
        <p:nvSpPr>
          <p:cNvPr id="4782" name="Google Shape;4782;p73"/>
          <p:cNvSpPr txBox="1">
            <a:spLocks noGrp="1"/>
          </p:cNvSpPr>
          <p:nvPr>
            <p:ph type="subTitle" idx="1"/>
          </p:nvPr>
        </p:nvSpPr>
        <p:spPr>
          <a:xfrm>
            <a:off x="948325" y="1877291"/>
            <a:ext cx="4863300" cy="18152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■"/>
            </a:pPr>
            <a:r>
              <a:rPr lang="en-US" dirty="0"/>
              <a:t>Crafting an impressive CV is the first step towards your dream career</a:t>
            </a:r>
          </a:p>
          <a:p>
            <a:pPr marL="139700" lvl="0" indent="0" algn="l" rtl="0">
              <a:spcBef>
                <a:spcPts val="1000"/>
              </a:spcBef>
              <a:spcAft>
                <a:spcPts val="0"/>
              </a:spcAft>
              <a:buSzPts val="1400"/>
              <a:buNone/>
            </a:pPr>
            <a:endParaRPr lang="en-US" dirty="0"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■"/>
            </a:pPr>
            <a:r>
              <a:rPr lang="en-US" dirty="0"/>
              <a:t>With the right structure, content, and presentation, you can make a lasting impression on potential employers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56"/>
          <p:cNvSpPr txBox="1">
            <a:spLocks noGrp="1"/>
          </p:cNvSpPr>
          <p:nvPr>
            <p:ph type="title"/>
          </p:nvPr>
        </p:nvSpPr>
        <p:spPr>
          <a:xfrm>
            <a:off x="2528455" y="1670575"/>
            <a:ext cx="5116868" cy="184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Your Story Your Success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4" name="Google Shape;544;p57"/>
          <p:cNvGrpSpPr/>
          <p:nvPr/>
        </p:nvGrpSpPr>
        <p:grpSpPr>
          <a:xfrm>
            <a:off x="0" y="1239975"/>
            <a:ext cx="9144000" cy="2571600"/>
            <a:chOff x="0" y="0"/>
            <a:chExt cx="9144000" cy="2571600"/>
          </a:xfrm>
        </p:grpSpPr>
        <p:sp>
          <p:nvSpPr>
            <p:cNvPr id="545" name="Google Shape;545;p57"/>
            <p:cNvSpPr/>
            <p:nvPr/>
          </p:nvSpPr>
          <p:spPr>
            <a:xfrm>
              <a:off x="0" y="868008"/>
              <a:ext cx="9144000" cy="870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46" name="Google Shape;546;p57"/>
            <p:cNvCxnSpPr/>
            <p:nvPr/>
          </p:nvCxnSpPr>
          <p:spPr>
            <a:xfrm>
              <a:off x="283800" y="0"/>
              <a:ext cx="0" cy="2571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49" name="Google Shape;549;p57"/>
          <p:cNvSpPr/>
          <p:nvPr/>
        </p:nvSpPr>
        <p:spPr>
          <a:xfrm>
            <a:off x="7703900" y="1071700"/>
            <a:ext cx="532500" cy="40720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endParaRPr b="0" i="0" dirty="0"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noFill/>
              <a:latin typeface="Golos Tex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A92763-AF7A-79FF-E6CF-5A46E4AB91A4}"/>
              </a:ext>
            </a:extLst>
          </p:cNvPr>
          <p:cNvSpPr txBox="1"/>
          <p:nvPr/>
        </p:nvSpPr>
        <p:spPr>
          <a:xfrm>
            <a:off x="3492003" y="2175584"/>
            <a:ext cx="205675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4000" dirty="0"/>
              <a:t>Thanks!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oogle Shape;14947;p92">
            <a:extLst>
              <a:ext uri="{FF2B5EF4-FFF2-40B4-BE49-F238E27FC236}">
                <a16:creationId xmlns:a16="http://schemas.microsoft.com/office/drawing/2014/main" id="{D9301F7E-BD55-81B4-91E9-13DCD92CEABE}"/>
              </a:ext>
            </a:extLst>
          </p:cNvPr>
          <p:cNvGrpSpPr/>
          <p:nvPr/>
        </p:nvGrpSpPr>
        <p:grpSpPr>
          <a:xfrm>
            <a:off x="3080537" y="1650267"/>
            <a:ext cx="2592899" cy="1584770"/>
            <a:chOff x="3961923" y="2486317"/>
            <a:chExt cx="364415" cy="220936"/>
          </a:xfrm>
        </p:grpSpPr>
        <p:sp>
          <p:nvSpPr>
            <p:cNvPr id="13" name="Google Shape;14948;p92">
              <a:extLst>
                <a:ext uri="{FF2B5EF4-FFF2-40B4-BE49-F238E27FC236}">
                  <a16:creationId xmlns:a16="http://schemas.microsoft.com/office/drawing/2014/main" id="{4BF6C15E-3FAB-4F6F-4FDF-26CEE33DDF3D}"/>
                </a:ext>
              </a:extLst>
            </p:cNvPr>
            <p:cNvSpPr/>
            <p:nvPr/>
          </p:nvSpPr>
          <p:spPr>
            <a:xfrm>
              <a:off x="4106764" y="2486507"/>
              <a:ext cx="219574" cy="220746"/>
            </a:xfrm>
            <a:custGeom>
              <a:avLst/>
              <a:gdLst/>
              <a:ahLst/>
              <a:cxnLst/>
              <a:rect l="l" t="t" r="r" b="b"/>
              <a:pathLst>
                <a:path w="6931" h="6968" extrusionOk="0">
                  <a:moveTo>
                    <a:pt x="4114" y="1"/>
                  </a:moveTo>
                  <a:cubicBezTo>
                    <a:pt x="4035" y="1"/>
                    <a:pt x="3953" y="69"/>
                    <a:pt x="3942" y="157"/>
                  </a:cubicBezTo>
                  <a:cubicBezTo>
                    <a:pt x="3930" y="240"/>
                    <a:pt x="4001" y="336"/>
                    <a:pt x="4085" y="348"/>
                  </a:cubicBezTo>
                  <a:cubicBezTo>
                    <a:pt x="4906" y="455"/>
                    <a:pt x="5633" y="895"/>
                    <a:pt x="6085" y="1574"/>
                  </a:cubicBezTo>
                  <a:cubicBezTo>
                    <a:pt x="6764" y="2610"/>
                    <a:pt x="6728" y="3943"/>
                    <a:pt x="5954" y="4908"/>
                  </a:cubicBezTo>
                  <a:cubicBezTo>
                    <a:pt x="5918" y="4943"/>
                    <a:pt x="5906" y="4991"/>
                    <a:pt x="5918" y="5027"/>
                  </a:cubicBezTo>
                  <a:lnTo>
                    <a:pt x="5990" y="6539"/>
                  </a:lnTo>
                  <a:lnTo>
                    <a:pt x="5990" y="6539"/>
                  </a:lnTo>
                  <a:lnTo>
                    <a:pt x="4644" y="5896"/>
                  </a:lnTo>
                  <a:cubicBezTo>
                    <a:pt x="4609" y="5884"/>
                    <a:pt x="4561" y="5884"/>
                    <a:pt x="4525" y="5884"/>
                  </a:cubicBezTo>
                  <a:cubicBezTo>
                    <a:pt x="4272" y="5957"/>
                    <a:pt x="4014" y="5992"/>
                    <a:pt x="3758" y="5992"/>
                  </a:cubicBezTo>
                  <a:cubicBezTo>
                    <a:pt x="2969" y="5992"/>
                    <a:pt x="2201" y="5659"/>
                    <a:pt x="1644" y="5074"/>
                  </a:cubicBezTo>
                  <a:cubicBezTo>
                    <a:pt x="1584" y="5015"/>
                    <a:pt x="1549" y="4955"/>
                    <a:pt x="1501" y="4896"/>
                  </a:cubicBezTo>
                  <a:cubicBezTo>
                    <a:pt x="1453" y="4836"/>
                    <a:pt x="1430" y="4789"/>
                    <a:pt x="1382" y="4729"/>
                  </a:cubicBezTo>
                  <a:lnTo>
                    <a:pt x="1382" y="4717"/>
                  </a:lnTo>
                  <a:cubicBezTo>
                    <a:pt x="1620" y="4300"/>
                    <a:pt x="1751" y="3836"/>
                    <a:pt x="1787" y="3384"/>
                  </a:cubicBezTo>
                  <a:cubicBezTo>
                    <a:pt x="1787" y="3288"/>
                    <a:pt x="1727" y="3205"/>
                    <a:pt x="1632" y="3205"/>
                  </a:cubicBezTo>
                  <a:cubicBezTo>
                    <a:pt x="1549" y="3205"/>
                    <a:pt x="1453" y="3265"/>
                    <a:pt x="1453" y="3348"/>
                  </a:cubicBezTo>
                  <a:cubicBezTo>
                    <a:pt x="1430" y="3836"/>
                    <a:pt x="1263" y="4312"/>
                    <a:pt x="977" y="4729"/>
                  </a:cubicBezTo>
                  <a:cubicBezTo>
                    <a:pt x="739" y="5074"/>
                    <a:pt x="441" y="5360"/>
                    <a:pt x="96" y="5586"/>
                  </a:cubicBezTo>
                  <a:cubicBezTo>
                    <a:pt x="25" y="5622"/>
                    <a:pt x="1" y="5729"/>
                    <a:pt x="37" y="5801"/>
                  </a:cubicBezTo>
                  <a:cubicBezTo>
                    <a:pt x="72" y="5848"/>
                    <a:pt x="132" y="5884"/>
                    <a:pt x="191" y="5884"/>
                  </a:cubicBezTo>
                  <a:cubicBezTo>
                    <a:pt x="215" y="5884"/>
                    <a:pt x="251" y="5860"/>
                    <a:pt x="275" y="5848"/>
                  </a:cubicBezTo>
                  <a:cubicBezTo>
                    <a:pt x="632" y="5622"/>
                    <a:pt x="953" y="5348"/>
                    <a:pt x="1192" y="5015"/>
                  </a:cubicBezTo>
                  <a:cubicBezTo>
                    <a:pt x="1203" y="5051"/>
                    <a:pt x="1215" y="5062"/>
                    <a:pt x="1251" y="5086"/>
                  </a:cubicBezTo>
                  <a:cubicBezTo>
                    <a:pt x="1311" y="5170"/>
                    <a:pt x="1370" y="5229"/>
                    <a:pt x="1406" y="5301"/>
                  </a:cubicBezTo>
                  <a:cubicBezTo>
                    <a:pt x="1811" y="5729"/>
                    <a:pt x="2323" y="6039"/>
                    <a:pt x="2894" y="6205"/>
                  </a:cubicBezTo>
                  <a:cubicBezTo>
                    <a:pt x="3179" y="6284"/>
                    <a:pt x="3465" y="6323"/>
                    <a:pt x="3749" y="6323"/>
                  </a:cubicBezTo>
                  <a:cubicBezTo>
                    <a:pt x="4021" y="6323"/>
                    <a:pt x="4293" y="6287"/>
                    <a:pt x="4561" y="6217"/>
                  </a:cubicBezTo>
                  <a:lnTo>
                    <a:pt x="6109" y="6956"/>
                  </a:lnTo>
                  <a:cubicBezTo>
                    <a:pt x="6145" y="6967"/>
                    <a:pt x="6156" y="6967"/>
                    <a:pt x="6192" y="6967"/>
                  </a:cubicBezTo>
                  <a:cubicBezTo>
                    <a:pt x="6216" y="6967"/>
                    <a:pt x="6252" y="6956"/>
                    <a:pt x="6275" y="6932"/>
                  </a:cubicBezTo>
                  <a:cubicBezTo>
                    <a:pt x="6323" y="6908"/>
                    <a:pt x="6347" y="6848"/>
                    <a:pt x="6347" y="6789"/>
                  </a:cubicBezTo>
                  <a:lnTo>
                    <a:pt x="6275" y="5074"/>
                  </a:lnTo>
                  <a:cubicBezTo>
                    <a:pt x="6668" y="4574"/>
                    <a:pt x="6883" y="3955"/>
                    <a:pt x="6918" y="3300"/>
                  </a:cubicBezTo>
                  <a:cubicBezTo>
                    <a:pt x="6930" y="2622"/>
                    <a:pt x="6752" y="1967"/>
                    <a:pt x="6371" y="1383"/>
                  </a:cubicBezTo>
                  <a:cubicBezTo>
                    <a:pt x="5859" y="633"/>
                    <a:pt x="5037" y="121"/>
                    <a:pt x="4132" y="2"/>
                  </a:cubicBezTo>
                  <a:cubicBezTo>
                    <a:pt x="4126" y="1"/>
                    <a:pt x="4120" y="1"/>
                    <a:pt x="411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949;p92">
              <a:extLst>
                <a:ext uri="{FF2B5EF4-FFF2-40B4-BE49-F238E27FC236}">
                  <a16:creationId xmlns:a16="http://schemas.microsoft.com/office/drawing/2014/main" id="{615BC622-6399-12D1-5109-283C3135F8D3}"/>
                </a:ext>
              </a:extLst>
            </p:cNvPr>
            <p:cNvSpPr/>
            <p:nvPr/>
          </p:nvSpPr>
          <p:spPr>
            <a:xfrm>
              <a:off x="3961923" y="2486317"/>
              <a:ext cx="259839" cy="220936"/>
            </a:xfrm>
            <a:custGeom>
              <a:avLst/>
              <a:gdLst/>
              <a:ahLst/>
              <a:cxnLst/>
              <a:rect l="l" t="t" r="r" b="b"/>
              <a:pathLst>
                <a:path w="8202" h="6974" extrusionOk="0">
                  <a:moveTo>
                    <a:pt x="3198" y="1"/>
                  </a:moveTo>
                  <a:cubicBezTo>
                    <a:pt x="2177" y="1"/>
                    <a:pt x="1174" y="493"/>
                    <a:pt x="560" y="1413"/>
                  </a:cubicBezTo>
                  <a:cubicBezTo>
                    <a:pt x="179" y="1973"/>
                    <a:pt x="1" y="2640"/>
                    <a:pt x="25" y="3318"/>
                  </a:cubicBezTo>
                  <a:cubicBezTo>
                    <a:pt x="60" y="3949"/>
                    <a:pt x="287" y="4556"/>
                    <a:pt x="668" y="5080"/>
                  </a:cubicBezTo>
                  <a:lnTo>
                    <a:pt x="596" y="6795"/>
                  </a:lnTo>
                  <a:cubicBezTo>
                    <a:pt x="596" y="6854"/>
                    <a:pt x="620" y="6914"/>
                    <a:pt x="668" y="6938"/>
                  </a:cubicBezTo>
                  <a:cubicBezTo>
                    <a:pt x="703" y="6962"/>
                    <a:pt x="727" y="6973"/>
                    <a:pt x="763" y="6973"/>
                  </a:cubicBezTo>
                  <a:cubicBezTo>
                    <a:pt x="787" y="6973"/>
                    <a:pt x="799" y="6973"/>
                    <a:pt x="834" y="6962"/>
                  </a:cubicBezTo>
                  <a:lnTo>
                    <a:pt x="2382" y="6235"/>
                  </a:lnTo>
                  <a:cubicBezTo>
                    <a:pt x="2647" y="6300"/>
                    <a:pt x="2916" y="6333"/>
                    <a:pt x="3186" y="6333"/>
                  </a:cubicBezTo>
                  <a:cubicBezTo>
                    <a:pt x="3512" y="6333"/>
                    <a:pt x="3837" y="6285"/>
                    <a:pt x="4156" y="6188"/>
                  </a:cubicBezTo>
                  <a:cubicBezTo>
                    <a:pt x="4240" y="6152"/>
                    <a:pt x="4287" y="6069"/>
                    <a:pt x="4251" y="5973"/>
                  </a:cubicBezTo>
                  <a:cubicBezTo>
                    <a:pt x="4233" y="5909"/>
                    <a:pt x="4172" y="5866"/>
                    <a:pt x="4107" y="5866"/>
                  </a:cubicBezTo>
                  <a:cubicBezTo>
                    <a:pt x="4088" y="5866"/>
                    <a:pt x="4068" y="5870"/>
                    <a:pt x="4049" y="5878"/>
                  </a:cubicBezTo>
                  <a:cubicBezTo>
                    <a:pt x="3772" y="5971"/>
                    <a:pt x="3484" y="6015"/>
                    <a:pt x="3198" y="6015"/>
                  </a:cubicBezTo>
                  <a:cubicBezTo>
                    <a:pt x="2931" y="6015"/>
                    <a:pt x="2664" y="5976"/>
                    <a:pt x="2406" y="5902"/>
                  </a:cubicBezTo>
                  <a:cubicBezTo>
                    <a:pt x="2391" y="5897"/>
                    <a:pt x="2376" y="5894"/>
                    <a:pt x="2361" y="5894"/>
                  </a:cubicBezTo>
                  <a:cubicBezTo>
                    <a:pt x="2339" y="5894"/>
                    <a:pt x="2315" y="5900"/>
                    <a:pt x="2287" y="5914"/>
                  </a:cubicBezTo>
                  <a:lnTo>
                    <a:pt x="941" y="6533"/>
                  </a:lnTo>
                  <a:lnTo>
                    <a:pt x="941" y="6533"/>
                  </a:lnTo>
                  <a:lnTo>
                    <a:pt x="1013" y="5021"/>
                  </a:lnTo>
                  <a:cubicBezTo>
                    <a:pt x="1013" y="4985"/>
                    <a:pt x="1001" y="4949"/>
                    <a:pt x="977" y="4902"/>
                  </a:cubicBezTo>
                  <a:cubicBezTo>
                    <a:pt x="203" y="3937"/>
                    <a:pt x="168" y="2604"/>
                    <a:pt x="846" y="1568"/>
                  </a:cubicBezTo>
                  <a:cubicBezTo>
                    <a:pt x="1393" y="759"/>
                    <a:pt x="2293" y="318"/>
                    <a:pt x="3208" y="318"/>
                  </a:cubicBezTo>
                  <a:cubicBezTo>
                    <a:pt x="3748" y="318"/>
                    <a:pt x="4294" y="472"/>
                    <a:pt x="4775" y="794"/>
                  </a:cubicBezTo>
                  <a:cubicBezTo>
                    <a:pt x="5430" y="1247"/>
                    <a:pt x="5883" y="1949"/>
                    <a:pt x="6002" y="2735"/>
                  </a:cubicBezTo>
                  <a:cubicBezTo>
                    <a:pt x="6013" y="2811"/>
                    <a:pt x="6083" y="2867"/>
                    <a:pt x="6168" y="2867"/>
                  </a:cubicBezTo>
                  <a:cubicBezTo>
                    <a:pt x="6176" y="2867"/>
                    <a:pt x="6184" y="2867"/>
                    <a:pt x="6192" y="2866"/>
                  </a:cubicBezTo>
                  <a:cubicBezTo>
                    <a:pt x="6275" y="2854"/>
                    <a:pt x="6335" y="2759"/>
                    <a:pt x="6323" y="2675"/>
                  </a:cubicBezTo>
                  <a:cubicBezTo>
                    <a:pt x="6264" y="2282"/>
                    <a:pt x="6133" y="1913"/>
                    <a:pt x="5954" y="1592"/>
                  </a:cubicBezTo>
                  <a:cubicBezTo>
                    <a:pt x="5990" y="1532"/>
                    <a:pt x="6025" y="1473"/>
                    <a:pt x="6073" y="1413"/>
                  </a:cubicBezTo>
                  <a:cubicBezTo>
                    <a:pt x="6133" y="1330"/>
                    <a:pt x="6192" y="1270"/>
                    <a:pt x="6252" y="1199"/>
                  </a:cubicBezTo>
                  <a:cubicBezTo>
                    <a:pt x="6395" y="1056"/>
                    <a:pt x="6561" y="901"/>
                    <a:pt x="6740" y="782"/>
                  </a:cubicBezTo>
                  <a:cubicBezTo>
                    <a:pt x="7121" y="520"/>
                    <a:pt x="7585" y="365"/>
                    <a:pt x="8050" y="318"/>
                  </a:cubicBezTo>
                  <a:cubicBezTo>
                    <a:pt x="8057" y="320"/>
                    <a:pt x="8065" y="322"/>
                    <a:pt x="8073" y="322"/>
                  </a:cubicBezTo>
                  <a:cubicBezTo>
                    <a:pt x="8137" y="322"/>
                    <a:pt x="8202" y="238"/>
                    <a:pt x="8180" y="163"/>
                  </a:cubicBezTo>
                  <a:cubicBezTo>
                    <a:pt x="8169" y="75"/>
                    <a:pt x="8107" y="7"/>
                    <a:pt x="8022" y="7"/>
                  </a:cubicBezTo>
                  <a:cubicBezTo>
                    <a:pt x="8016" y="7"/>
                    <a:pt x="8009" y="7"/>
                    <a:pt x="8002" y="8"/>
                  </a:cubicBezTo>
                  <a:cubicBezTo>
                    <a:pt x="7490" y="56"/>
                    <a:pt x="6978" y="234"/>
                    <a:pt x="6549" y="532"/>
                  </a:cubicBezTo>
                  <a:cubicBezTo>
                    <a:pt x="6359" y="663"/>
                    <a:pt x="6156" y="818"/>
                    <a:pt x="6002" y="996"/>
                  </a:cubicBezTo>
                  <a:cubicBezTo>
                    <a:pt x="5918" y="1068"/>
                    <a:pt x="5859" y="1139"/>
                    <a:pt x="5799" y="1211"/>
                  </a:cubicBezTo>
                  <a:cubicBezTo>
                    <a:pt x="5787" y="1247"/>
                    <a:pt x="5764" y="1258"/>
                    <a:pt x="5740" y="1294"/>
                  </a:cubicBezTo>
                  <a:cubicBezTo>
                    <a:pt x="5525" y="996"/>
                    <a:pt x="5252" y="735"/>
                    <a:pt x="4954" y="532"/>
                  </a:cubicBezTo>
                  <a:cubicBezTo>
                    <a:pt x="4414" y="174"/>
                    <a:pt x="3803" y="1"/>
                    <a:pt x="3198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4950;p92">
              <a:extLst>
                <a:ext uri="{FF2B5EF4-FFF2-40B4-BE49-F238E27FC236}">
                  <a16:creationId xmlns:a16="http://schemas.microsoft.com/office/drawing/2014/main" id="{092D2DEF-F41D-014C-D51E-5821C0D82F58}"/>
                </a:ext>
              </a:extLst>
            </p:cNvPr>
            <p:cNvSpPr/>
            <p:nvPr/>
          </p:nvSpPr>
          <p:spPr>
            <a:xfrm>
              <a:off x="4015113" y="2540870"/>
              <a:ext cx="96212" cy="95832"/>
            </a:xfrm>
            <a:custGeom>
              <a:avLst/>
              <a:gdLst/>
              <a:ahLst/>
              <a:cxnLst/>
              <a:rect l="l" t="t" r="r" b="b"/>
              <a:pathLst>
                <a:path w="3037" h="3025" extrusionOk="0">
                  <a:moveTo>
                    <a:pt x="1418" y="346"/>
                  </a:moveTo>
                  <a:cubicBezTo>
                    <a:pt x="2013" y="346"/>
                    <a:pt x="2501" y="834"/>
                    <a:pt x="2501" y="1430"/>
                  </a:cubicBezTo>
                  <a:cubicBezTo>
                    <a:pt x="2501" y="1668"/>
                    <a:pt x="2430" y="1894"/>
                    <a:pt x="2299" y="2072"/>
                  </a:cubicBezTo>
                  <a:lnTo>
                    <a:pt x="1537" y="1310"/>
                  </a:lnTo>
                  <a:cubicBezTo>
                    <a:pt x="1507" y="1281"/>
                    <a:pt x="1462" y="1266"/>
                    <a:pt x="1418" y="1266"/>
                  </a:cubicBezTo>
                  <a:cubicBezTo>
                    <a:pt x="1373" y="1266"/>
                    <a:pt x="1328" y="1281"/>
                    <a:pt x="1298" y="1310"/>
                  </a:cubicBezTo>
                  <a:cubicBezTo>
                    <a:pt x="1239" y="1370"/>
                    <a:pt x="1239" y="1489"/>
                    <a:pt x="1298" y="1549"/>
                  </a:cubicBezTo>
                  <a:lnTo>
                    <a:pt x="2060" y="2311"/>
                  </a:lnTo>
                  <a:cubicBezTo>
                    <a:pt x="1870" y="2442"/>
                    <a:pt x="1656" y="2513"/>
                    <a:pt x="1418" y="2513"/>
                  </a:cubicBezTo>
                  <a:cubicBezTo>
                    <a:pt x="822" y="2513"/>
                    <a:pt x="334" y="2025"/>
                    <a:pt x="334" y="1430"/>
                  </a:cubicBezTo>
                  <a:cubicBezTo>
                    <a:pt x="334" y="834"/>
                    <a:pt x="822" y="346"/>
                    <a:pt x="1418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30"/>
                  </a:cubicBezTo>
                  <a:cubicBezTo>
                    <a:pt x="1" y="2215"/>
                    <a:pt x="644" y="2858"/>
                    <a:pt x="1429" y="2858"/>
                  </a:cubicBezTo>
                  <a:cubicBezTo>
                    <a:pt x="1763" y="2858"/>
                    <a:pt x="2072" y="2739"/>
                    <a:pt x="2310" y="2549"/>
                  </a:cubicBezTo>
                  <a:lnTo>
                    <a:pt x="2739" y="2977"/>
                  </a:lnTo>
                  <a:cubicBezTo>
                    <a:pt x="2775" y="3001"/>
                    <a:pt x="2811" y="3025"/>
                    <a:pt x="2858" y="3025"/>
                  </a:cubicBezTo>
                  <a:cubicBezTo>
                    <a:pt x="2906" y="3025"/>
                    <a:pt x="2953" y="3001"/>
                    <a:pt x="2977" y="2977"/>
                  </a:cubicBezTo>
                  <a:cubicBezTo>
                    <a:pt x="3037" y="2918"/>
                    <a:pt x="3037" y="2811"/>
                    <a:pt x="2977" y="2739"/>
                  </a:cubicBezTo>
                  <a:lnTo>
                    <a:pt x="2549" y="2311"/>
                  </a:lnTo>
                  <a:cubicBezTo>
                    <a:pt x="2739" y="2072"/>
                    <a:pt x="2858" y="1751"/>
                    <a:pt x="2858" y="1430"/>
                  </a:cubicBezTo>
                  <a:cubicBezTo>
                    <a:pt x="2858" y="644"/>
                    <a:pt x="2215" y="1"/>
                    <a:pt x="142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4951;p92">
              <a:extLst>
                <a:ext uri="{FF2B5EF4-FFF2-40B4-BE49-F238E27FC236}">
                  <a16:creationId xmlns:a16="http://schemas.microsoft.com/office/drawing/2014/main" id="{83BE3CB6-E273-F63F-0EA5-FEEB8FF31E47}"/>
                </a:ext>
              </a:extLst>
            </p:cNvPr>
            <p:cNvSpPr/>
            <p:nvPr/>
          </p:nvSpPr>
          <p:spPr>
            <a:xfrm>
              <a:off x="4186375" y="2539381"/>
              <a:ext cx="77331" cy="90541"/>
            </a:xfrm>
            <a:custGeom>
              <a:avLst/>
              <a:gdLst/>
              <a:ahLst/>
              <a:cxnLst/>
              <a:rect l="l" t="t" r="r" b="b"/>
              <a:pathLst>
                <a:path w="2441" h="2858" extrusionOk="0">
                  <a:moveTo>
                    <a:pt x="1203" y="607"/>
                  </a:moveTo>
                  <a:lnTo>
                    <a:pt x="1572" y="1524"/>
                  </a:lnTo>
                  <a:lnTo>
                    <a:pt x="834" y="1524"/>
                  </a:lnTo>
                  <a:lnTo>
                    <a:pt x="1203" y="607"/>
                  </a:lnTo>
                  <a:close/>
                  <a:moveTo>
                    <a:pt x="1215" y="0"/>
                  </a:moveTo>
                  <a:cubicBezTo>
                    <a:pt x="1155" y="0"/>
                    <a:pt x="1084" y="48"/>
                    <a:pt x="1072" y="107"/>
                  </a:cubicBezTo>
                  <a:lnTo>
                    <a:pt x="441" y="1619"/>
                  </a:lnTo>
                  <a:lnTo>
                    <a:pt x="24" y="2620"/>
                  </a:lnTo>
                  <a:cubicBezTo>
                    <a:pt x="0" y="2715"/>
                    <a:pt x="24" y="2798"/>
                    <a:pt x="119" y="2846"/>
                  </a:cubicBezTo>
                  <a:cubicBezTo>
                    <a:pt x="139" y="2851"/>
                    <a:pt x="159" y="2854"/>
                    <a:pt x="179" y="2854"/>
                  </a:cubicBezTo>
                  <a:cubicBezTo>
                    <a:pt x="245" y="2854"/>
                    <a:pt x="309" y="2823"/>
                    <a:pt x="345" y="2750"/>
                  </a:cubicBezTo>
                  <a:lnTo>
                    <a:pt x="714" y="1858"/>
                  </a:lnTo>
                  <a:lnTo>
                    <a:pt x="1750" y="1858"/>
                  </a:lnTo>
                  <a:lnTo>
                    <a:pt x="2131" y="2750"/>
                  </a:lnTo>
                  <a:cubicBezTo>
                    <a:pt x="2155" y="2810"/>
                    <a:pt x="2215" y="2858"/>
                    <a:pt x="2274" y="2858"/>
                  </a:cubicBezTo>
                  <a:cubicBezTo>
                    <a:pt x="2286" y="2858"/>
                    <a:pt x="2322" y="2858"/>
                    <a:pt x="2334" y="2846"/>
                  </a:cubicBezTo>
                  <a:cubicBezTo>
                    <a:pt x="2405" y="2798"/>
                    <a:pt x="2441" y="2715"/>
                    <a:pt x="2405" y="2620"/>
                  </a:cubicBezTo>
                  <a:lnTo>
                    <a:pt x="1988" y="1619"/>
                  </a:lnTo>
                  <a:lnTo>
                    <a:pt x="1369" y="107"/>
                  </a:lnTo>
                  <a:cubicBezTo>
                    <a:pt x="1334" y="48"/>
                    <a:pt x="1274" y="0"/>
                    <a:pt x="121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149251052"/>
      </p:ext>
    </p:extLst>
  </p:cSld>
  <p:clrMapOvr>
    <a:masterClrMapping/>
  </p:clrMapOvr>
</p:sld>
</file>

<file path=ppt/theme/theme1.xml><?xml version="1.0" encoding="utf-8"?>
<a:theme xmlns:a="http://schemas.openxmlformats.org/drawingml/2006/main" name="Formulating a Research Problem for University Students by Slidesgo">
  <a:themeElements>
    <a:clrScheme name="Simple Light">
      <a:dk1>
        <a:srgbClr val="0A0A0A"/>
      </a:dk1>
      <a:lt1>
        <a:srgbClr val="F9F9F9"/>
      </a:lt1>
      <a:dk2>
        <a:srgbClr val="DDDDDD"/>
      </a:dk2>
      <a:lt2>
        <a:srgbClr val="B3B4B3"/>
      </a:lt2>
      <a:accent1>
        <a:srgbClr val="878887"/>
      </a:accent1>
      <a:accent2>
        <a:srgbClr val="5F6160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A0A0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</TotalTime>
  <Words>326</Words>
  <Application>Microsoft Office PowerPoint</Application>
  <PresentationFormat>On-screen Show (16:9)</PresentationFormat>
  <Paragraphs>60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Golos Text SemiBold</vt:lpstr>
      <vt:lpstr>Golos Text</vt:lpstr>
      <vt:lpstr>Commissioner</vt:lpstr>
      <vt:lpstr>Red Hat Display</vt:lpstr>
      <vt:lpstr>Formulating a Research Problem for University Students by Slidesgo</vt:lpstr>
      <vt:lpstr>Crafting an Impressive CV</vt:lpstr>
      <vt:lpstr>Ready to turn your aspirations into achievements? </vt:lpstr>
      <vt:lpstr>What we will learn</vt:lpstr>
      <vt:lpstr>Understanding the Purpose</vt:lpstr>
      <vt:lpstr>Structuring Your CV</vt:lpstr>
      <vt:lpstr>Structuring Your CV</vt:lpstr>
      <vt:lpstr>Design and Formatting</vt:lpstr>
      <vt:lpstr>Final Tips</vt:lpstr>
      <vt:lpstr>Proofreading and Editing</vt:lpstr>
      <vt:lpstr>Conclusions</vt:lpstr>
      <vt:lpstr>Your Story Your Success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Crafting an Impressive CV as a Fresher</dc:title>
  <dc:creator>Khandakar Mehedi Hasan</dc:creator>
  <cp:lastModifiedBy>Mehedi-HR</cp:lastModifiedBy>
  <cp:revision>7</cp:revision>
  <dcterms:modified xsi:type="dcterms:W3CDTF">2026-04-01T07:45:56Z</dcterms:modified>
</cp:coreProperties>
</file>